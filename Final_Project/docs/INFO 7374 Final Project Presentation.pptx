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Anaheim"/>
      <p:regular r:id="rId22"/>
      <p:bold r:id="rId23"/>
    </p:embeddedFont>
    <p:embeddedFont>
      <p:font typeface="Titillium Web"/>
      <p:regular r:id="rId24"/>
      <p:bold r:id="rId25"/>
      <p:italic r:id="rId26"/>
      <p:boldItalic r:id="rId27"/>
    </p:embeddedFont>
    <p:embeddedFont>
      <p:font typeface="Barlow Semi Condensed"/>
      <p:regular r:id="rId28"/>
      <p:bold r:id="rId29"/>
      <p:italic r:id="rId30"/>
      <p:boldItalic r:id="rId31"/>
    </p:embeddedFont>
    <p:embeddedFont>
      <p:font typeface="Barlow Semi Condensed SemiBold"/>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1D5CD15-0934-4A72-A5C2-932376A0D759}">
  <a:tblStyle styleId="{E1D5CD15-0934-4A72-A5C2-932376A0D759}"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Anaheim-regular.fntdata"/><Relationship Id="rId21" Type="http://schemas.openxmlformats.org/officeDocument/2006/relationships/slide" Target="slides/slide16.xml"/><Relationship Id="rId24" Type="http://schemas.openxmlformats.org/officeDocument/2006/relationships/font" Target="fonts/TitilliumWeb-regular.fntdata"/><Relationship Id="rId23" Type="http://schemas.openxmlformats.org/officeDocument/2006/relationships/font" Target="fonts/Anaheim-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TitilliumWeb-italic.fntdata"/><Relationship Id="rId25" Type="http://schemas.openxmlformats.org/officeDocument/2006/relationships/font" Target="fonts/TitilliumWeb-bold.fntdata"/><Relationship Id="rId28" Type="http://schemas.openxmlformats.org/officeDocument/2006/relationships/font" Target="fonts/BarlowSemiCondensed-regular.fntdata"/><Relationship Id="rId27" Type="http://schemas.openxmlformats.org/officeDocument/2006/relationships/font" Target="fonts/TitilliumWeb-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BarlowSemiCondense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BarlowSemiCondensed-boldItalic.fntdata"/><Relationship Id="rId30" Type="http://schemas.openxmlformats.org/officeDocument/2006/relationships/font" Target="fonts/BarlowSemiCondensed-italic.fntdata"/><Relationship Id="rId11" Type="http://schemas.openxmlformats.org/officeDocument/2006/relationships/slide" Target="slides/slide6.xml"/><Relationship Id="rId33" Type="http://schemas.openxmlformats.org/officeDocument/2006/relationships/font" Target="fonts/BarlowSemiCondensedSemiBold-bold.fntdata"/><Relationship Id="rId10" Type="http://schemas.openxmlformats.org/officeDocument/2006/relationships/slide" Target="slides/slide5.xml"/><Relationship Id="rId32" Type="http://schemas.openxmlformats.org/officeDocument/2006/relationships/font" Target="fonts/BarlowSemiCondensedSemiBold-regular.fntdata"/><Relationship Id="rId13" Type="http://schemas.openxmlformats.org/officeDocument/2006/relationships/slide" Target="slides/slide8.xml"/><Relationship Id="rId35" Type="http://schemas.openxmlformats.org/officeDocument/2006/relationships/font" Target="fonts/BarlowSemiCondensedSemiBold-boldItalic.fntdata"/><Relationship Id="rId12" Type="http://schemas.openxmlformats.org/officeDocument/2006/relationships/slide" Target="slides/slide7.xml"/><Relationship Id="rId34" Type="http://schemas.openxmlformats.org/officeDocument/2006/relationships/font" Target="fonts/BarlowSemiCondensedSemi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8" name="Google Shape;1408;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gd431007ba2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0" name="Google Shape;1450;gd431007ba2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Here's our pipeline. There are Five stages. First we took the base model and ran it on our test cases to see how it does out of the box, that's our baseline. Then we prepped the data, added instructions to every query, formatted everything into CSV, and converted it to JSONL for OpenAI's API. Third, each of us fine-tuned the model with a different set of hyperparameters. After that we ran the same test cases again on our fine-tuned models and compared before and after. And then finally we put all three of our results together and figured out which setting actually worked best.</a:t>
            </a:r>
            <a:endParaRPr sz="25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g3d589d3c4d9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1" name="Google Shape;1461;g3d589d3c4d9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200"/>
              <a:t>We used Three datasets. The fine-tuning dataset is what we used to actually train the model. It's got labeled medical cases with patient conditions and correct diagnoses. The validation dataset is a separate set we used during training to monitor the loss and make sure the model isn't just memorizing the training data. And then the test dataset is what we evaluated on. It has two sheets. New Samples are 20 cases the model has never seen before, completely outside the training distribution. And Fine-Tuned Samples are 20 cases that come from the same kind of data the model was trained on. Each one has a correct diagnosis label that we compare the model's first diagnosis against.</a:t>
            </a:r>
            <a:endParaRPr sz="22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g3d589d3c4d9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2" name="Google Shape;1472;g3d589d3c4d9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
              <a:t>So before we did any fine-tuning, we tested the base GPT-4o-mini on all 40 test cases. You can see the prompt we used at the bottom. We told the model to act as a medical diagnosis assistant and to start its response with a diagnosis, followed by probability, urgency, rationale, and treatment. We used this exact same prompt for every single evaluation, before and after fine-tuning, so the comparison is fair.</a:t>
            </a:r>
            <a:endParaRPr/>
          </a:p>
          <a:p>
            <a:pPr indent="0" lvl="0" marL="0" rtl="0" algn="l">
              <a:lnSpc>
                <a:spcPct val="115000"/>
              </a:lnSpc>
              <a:spcBef>
                <a:spcPts val="1400"/>
              </a:spcBef>
              <a:spcAft>
                <a:spcPts val="0"/>
              </a:spcAft>
              <a:buClr>
                <a:schemeClr val="dk1"/>
              </a:buClr>
              <a:buSzPts val="1100"/>
              <a:buFont typeface="Arial"/>
              <a:buNone/>
            </a:pPr>
            <a:r>
              <a:rPr lang="en"/>
              <a:t>The results were not great. 25% on New Samples, so only 5 out of 20 correct. 58% on Fine-Tuned Samples, 12 out of 20. Overall 43%, which is 17 out of 40. The model really struggled with the more complex and rare conditions. Things like Cerebral Malaria, it kept saying Neurocysticercosis. Necrotizing Fasciitis with sepsis, it couldn't get that either. And multi-part diagnoses like septic arthritis with brucella infection, it would get part of it but miss the full picture. So there was definitely room to improve</a:t>
            </a:r>
            <a:endParaRPr/>
          </a:p>
          <a:p>
            <a:pPr indent="0" lvl="0" marL="0" rtl="0" algn="l">
              <a:spcBef>
                <a:spcPts val="14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3d589d3c4d9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0" name="Google Shape;1480;g3d589d3c4d9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try to improve that, each of us fine-tuned the model with a different configuration. Model A has a learning rate of 0.4 with a batch size of 8 and 5 epochs. Model B has a much higher learning rate at 1.0, batch size of 4, same 5 epochs. And Model C has the same learning rate as A at 0.4, but a smaller batch size of 4 and runs longer at 7 epochs. So we can compare what happens when you crank up the learning rate, what happens when you add more epochs, and what effect batch size has.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g3de61ba4f74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6" name="Google Shape;1486;g3de61ba4f74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
              <a:t>These are the training loss charts from the OpenAI dashboard. The green jagged line is the raw training loss, the purple smooth line is a smoothed version, and the green dashed line is validation loss.</a:t>
            </a:r>
            <a:endParaRPr/>
          </a:p>
          <a:p>
            <a:pPr indent="0" lvl="0" marL="0" rtl="0" algn="l">
              <a:lnSpc>
                <a:spcPct val="115000"/>
              </a:lnSpc>
              <a:spcBef>
                <a:spcPts val="1400"/>
              </a:spcBef>
              <a:spcAft>
                <a:spcPts val="0"/>
              </a:spcAft>
              <a:buClr>
                <a:schemeClr val="dk1"/>
              </a:buClr>
              <a:buSzPts val="1100"/>
              <a:buFont typeface="Arial"/>
              <a:buNone/>
            </a:pPr>
            <a:r>
              <a:rPr lang="en"/>
              <a:t>All three started around 2.5 and came down to roughly 1.0, so they all learned something. But the behavior is really different. Model A on top is the cleanest. The batch size of 8 means each gradient update is averaging over more examples, so there's less noise. And if you look at the training and validation lines, they stay pretty close together the whole time. That's good, it means it's not overfitting.</a:t>
            </a:r>
            <a:endParaRPr/>
          </a:p>
          <a:p>
            <a:pPr indent="0" lvl="0" marL="0" rtl="0" algn="l">
              <a:lnSpc>
                <a:spcPct val="115000"/>
              </a:lnSpc>
              <a:spcBef>
                <a:spcPts val="1400"/>
              </a:spcBef>
              <a:spcAft>
                <a:spcPts val="0"/>
              </a:spcAft>
              <a:buClr>
                <a:schemeClr val="dk1"/>
              </a:buClr>
              <a:buSzPts val="1100"/>
              <a:buFont typeface="Arial"/>
              <a:buNone/>
            </a:pPr>
            <a:r>
              <a:rPr lang="en"/>
              <a:t>Model B in the middle dropped the fastest in the beginning because of that high learning rate. But look at how noisy it is, especially in the second half. The loss is bouncing around between like 0.3 and 1.3 even toward the end. It never really settled down.</a:t>
            </a:r>
            <a:endParaRPr/>
          </a:p>
          <a:p>
            <a:pPr indent="0" lvl="0" marL="0" rtl="0" algn="l">
              <a:lnSpc>
                <a:spcPct val="115000"/>
              </a:lnSpc>
              <a:spcBef>
                <a:spcPts val="1400"/>
              </a:spcBef>
              <a:spcAft>
                <a:spcPts val="0"/>
              </a:spcAft>
              <a:buClr>
                <a:schemeClr val="dk1"/>
              </a:buClr>
              <a:buSzPts val="1100"/>
              <a:buFont typeface="Arial"/>
              <a:buNone/>
            </a:pPr>
            <a:r>
              <a:rPr lang="en"/>
              <a:t>Model C at the bottom ran the longest, 490 steps because of the 7 epochs. And if you look at the tail end, the training loss starts dipping below the validation loss. That gap between them is a textbook sign of overfitting. The model is fitting the training data too closely and it's starting to lose some of its general ability</a:t>
            </a:r>
            <a:endParaRPr/>
          </a:p>
          <a:p>
            <a:pPr indent="0" lvl="0" marL="0" rtl="0" algn="l">
              <a:spcBef>
                <a:spcPts val="14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3de61ba4f74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8" name="Google Shape;1498;g3de61ba4f74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
              <a:t>here's what Model A actually produced. New Samples went from 5 out of 20 to 6 out of 20, so plus one there. Fine-Tuned Samples went from 11 out of 20 to 14 out of 20, that's a big jump, 55% to 70%. Overall, 40% to 50%, a 10 percentage point improvement.</a:t>
            </a:r>
            <a:endParaRPr/>
          </a:p>
          <a:p>
            <a:pPr indent="0" lvl="0" marL="0" rtl="0" algn="l">
              <a:lnSpc>
                <a:spcPct val="115000"/>
              </a:lnSpc>
              <a:spcBef>
                <a:spcPts val="1400"/>
              </a:spcBef>
              <a:spcAft>
                <a:spcPts val="0"/>
              </a:spcAft>
              <a:buClr>
                <a:schemeClr val="dk1"/>
              </a:buClr>
              <a:buSzPts val="1100"/>
              <a:buFont typeface="Arial"/>
              <a:buNone/>
            </a:pPr>
            <a:r>
              <a:rPr lang="en"/>
              <a:t>And the really important number is at the bottom. 4 cases flipped from wrong to correct, and zero went the other way. Nothing that was correct before got broken by fine-tuning.</a:t>
            </a:r>
            <a:endParaRPr/>
          </a:p>
          <a:p>
            <a:pPr indent="0" lvl="0" marL="0" rtl="0" algn="l">
              <a:spcBef>
                <a:spcPts val="14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3de61ba4f74_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6" name="Google Shape;1506;g3de61ba4f74_2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B, the high learning rate one. Nothing happened. 45% before, 45% after. In New Samples there was one case that got fixed, case 18, but case 16 which was correct before became wrong after, so they canceled out. And in Fine-Tuned Samples, literally every single case stayed exactly the same. Not one change. The fine-tuned model was basically behaving the same as the base model. All that training and it didn't learn anything useful.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3de61ba4f74_2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4" name="Google Shape;1514;g3de61ba4f74_2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C went from 40% to 48%, so an 8 point improvement. New Samples went from 4 to 5, Fine-Tuned went from 12 to 14. But look at the bottom. 6 cases went from wrong to correct, which is actually the most of any model. But 3 cases went from correct to wrong. So the model learned new things but it also forgot things it already knew. In New Samples alone, 3 got fixed but 2 broke. That instability is consistent with what we saw in the loss chart, where training loss was drifting below validation loss.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g3de61ba4f74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2" name="Google Shape;1522;g3de61ba4f74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all three side by side. Model A, plus 10%, zero correct to wrong. Model C, plus 8%, but 3 correct to wrong. Model B, zero change, and it still managed to break one case. Model A is the clear winner, both in how much it improved and in how cleanly it did it.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g3de61ba4f74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8" name="Google Shape;1528;g3de61ba4f74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if we break it down by sample type, there's a really clear pattern. Fine-Tuned Samples improved a lot for Models A and C, both hitting 70%. But New Samples barely moved for anyone. Model A went from 25 to 30, Model C from 20 to 25, Model B didn't move at all. The model gets better at stuff that looks like what it trained on, but it doesn't really help with cases it's never seen. That makes sense because fine-tuning is essentially teaching the model patterns from the training data, not teaching it medicine in general.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g3de61ba4f74_2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4" name="Google Shape;1534;g3de61ba4f74_2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stability breakdown. Model A fixed 4 and broke zero, net gain of 4. That's the cleanest result. Model C actually fixed the most at 6, more than A, but it also broke 3, so net gain is only 3. And Model B had one fix and one break, netting zero. So if you're thinking about which model you'd actually trust, it's not just about how many it got right. It's about whether fine-tuning made it worse on anything. Model A is the only one where the answer to that is no</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g3de61ba4f74_2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0" name="Google Shape;1540;g3de61ba4f74_2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rPr lang="en"/>
              <a:t>The key findings through our project is, first on the hyperparameter side, moderate learning rate with a bigger batch size was the sweet spot. High learning rate at 1.0 just didn't work for this task, it was too aggressive. And more epochs at 7 did help the model learn more, but it came with a cost, it started forgetting things.</a:t>
            </a:r>
            <a:endParaRPr/>
          </a:p>
          <a:p>
            <a:pPr indent="0" lvl="0" marL="0" rtl="0" algn="l">
              <a:lnSpc>
                <a:spcPct val="115000"/>
              </a:lnSpc>
              <a:spcBef>
                <a:spcPts val="1400"/>
              </a:spcBef>
              <a:spcAft>
                <a:spcPts val="0"/>
              </a:spcAft>
              <a:buClr>
                <a:schemeClr val="dk1"/>
              </a:buClr>
              <a:buSzPts val="1100"/>
              <a:buFont typeface="Arial"/>
              <a:buNone/>
            </a:pPr>
            <a:r>
              <a:rPr lang="en"/>
              <a:t>On model behavior, the improvement was almost entirely in fine-tuned samples. New samples, the ones the model hadn't been trained on, barely moved across all three configs. So fine-tuning makes the model better at its own training distribution, but it doesn't generalize.</a:t>
            </a:r>
            <a:endParaRPr/>
          </a:p>
          <a:p>
            <a:pPr indent="0" lvl="0" marL="0" rtl="0" algn="l">
              <a:lnSpc>
                <a:spcPct val="115000"/>
              </a:lnSpc>
              <a:spcBef>
                <a:spcPts val="1400"/>
              </a:spcBef>
              <a:spcAft>
                <a:spcPts val="0"/>
              </a:spcAft>
              <a:buClr>
                <a:schemeClr val="dk1"/>
              </a:buClr>
              <a:buSzPts val="1100"/>
              <a:buFont typeface="Arial"/>
              <a:buNone/>
            </a:pPr>
            <a:r>
              <a:rPr lang="en"/>
              <a:t>And the bottom line, Model A won on every metric. Highest accuracy, biggest gain, zero regressions.</a:t>
            </a:r>
            <a:endParaRPr/>
          </a:p>
          <a:p>
            <a:pPr indent="0" lvl="0" marL="0" rtl="0" algn="l">
              <a:spcBef>
                <a:spcPts val="14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g3de61ba4f74_2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4" name="Google Shape;1554;g3de61ba4f74_2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lnSpc>
                <a:spcPct val="115000"/>
              </a:lnSpc>
              <a:spcBef>
                <a:spcPts val="1400"/>
              </a:spcBef>
              <a:spcAft>
                <a:spcPts val="0"/>
              </a:spcAft>
              <a:buClr>
                <a:schemeClr val="dk1"/>
              </a:buClr>
              <a:buSzPts val="1100"/>
              <a:buFont typeface="Arial"/>
              <a:buNone/>
            </a:pPr>
            <a:r>
              <a:rPr lang="en"/>
              <a:t>why did Model A actually win? Three things working together.</a:t>
            </a:r>
            <a:endParaRPr/>
          </a:p>
          <a:p>
            <a:pPr indent="0" lvl="0" marL="0" rtl="0" algn="l">
              <a:lnSpc>
                <a:spcPct val="115000"/>
              </a:lnSpc>
              <a:spcBef>
                <a:spcPts val="1400"/>
              </a:spcBef>
              <a:spcAft>
                <a:spcPts val="0"/>
              </a:spcAft>
              <a:buClr>
                <a:schemeClr val="dk1"/>
              </a:buClr>
              <a:buSzPts val="1100"/>
              <a:buFont typeface="Arial"/>
              <a:buNone/>
            </a:pPr>
            <a:r>
              <a:rPr lang="en"/>
              <a:t>The learning rate of 0.4 is aggressive enough to learn but it doesn't overshoot. We saw what 1.0 did with Model B. The updates were too big, the model couldn't settle into better weights, and it ended up basically the same as before.</a:t>
            </a:r>
            <a:endParaRPr/>
          </a:p>
          <a:p>
            <a:pPr indent="0" lvl="0" marL="0" rtl="0" algn="l">
              <a:lnSpc>
                <a:spcPct val="115000"/>
              </a:lnSpc>
              <a:spcBef>
                <a:spcPts val="1400"/>
              </a:spcBef>
              <a:spcAft>
                <a:spcPts val="0"/>
              </a:spcAft>
              <a:buClr>
                <a:schemeClr val="dk1"/>
              </a:buClr>
              <a:buSzPts val="1100"/>
              <a:buFont typeface="Arial"/>
              <a:buNone/>
            </a:pPr>
            <a:r>
              <a:rPr lang="en"/>
              <a:t>Batch size of 8 is double what B and C used. That means every gradient update is computed over more examples, which smooths out the noise. You could literally see it in the loss curve, A's was way cleaner than the other two.</a:t>
            </a:r>
            <a:endParaRPr/>
          </a:p>
          <a:p>
            <a:pPr indent="0" lvl="0" marL="0" rtl="0" algn="l">
              <a:lnSpc>
                <a:spcPct val="115000"/>
              </a:lnSpc>
              <a:spcBef>
                <a:spcPts val="1400"/>
              </a:spcBef>
              <a:spcAft>
                <a:spcPts val="0"/>
              </a:spcAft>
              <a:buClr>
                <a:schemeClr val="dk1"/>
              </a:buClr>
              <a:buSzPts val="1100"/>
              <a:buFont typeface="Arial"/>
              <a:buNone/>
            </a:pPr>
            <a:r>
              <a:rPr lang="en"/>
              <a:t>And 5 epochs was just the right amount of training. Model C went for 7, and that's where it started drifting. The training loss dropped below validation loss, and the model began forgetting cases it already got right. A stopped at the right time.</a:t>
            </a:r>
            <a:endParaRPr/>
          </a:p>
          <a:p>
            <a:pPr indent="0" lvl="0" marL="0" rtl="0" algn="l">
              <a:lnSpc>
                <a:spcPct val="115000"/>
              </a:lnSpc>
              <a:spcBef>
                <a:spcPts val="1400"/>
              </a:spcBef>
              <a:spcAft>
                <a:spcPts val="0"/>
              </a:spcAft>
              <a:buClr>
                <a:schemeClr val="dk1"/>
              </a:buClr>
              <a:buSzPts val="1100"/>
              <a:buFont typeface="Arial"/>
              <a:buNone/>
            </a:pPr>
            <a:r>
              <a:rPr lang="en"/>
              <a:t>Put it all together and you get the best trade-off. The model adapted to the training data without overfitting or breaking anything.</a:t>
            </a:r>
            <a:endParaRPr/>
          </a:p>
          <a:p>
            <a:pPr indent="0" lvl="0" marL="0" rtl="0" algn="l">
              <a:spcBef>
                <a:spcPts val="14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g3de65e7dd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0" name="Google Shape;1570;g3de65e7dd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lnSpc>
                <a:spcPct val="115000"/>
              </a:lnSpc>
              <a:spcBef>
                <a:spcPts val="1400"/>
              </a:spcBef>
              <a:spcAft>
                <a:spcPts val="0"/>
              </a:spcAft>
              <a:buClr>
                <a:schemeClr val="dk1"/>
              </a:buClr>
              <a:buSzPts val="1100"/>
              <a:buFont typeface="Arial"/>
              <a:buNone/>
            </a:pPr>
            <a:r>
              <a:rPr lang="en"/>
              <a:t>So to wrap up. What worked: fine-tuning did improve diagnosis accuracy, up to 10 points with the right settings. Moderate learning rate, bigger batch size, and 5 epochs gave us the best results with zero regressions.</a:t>
            </a:r>
            <a:endParaRPr/>
          </a:p>
          <a:p>
            <a:pPr indent="0" lvl="0" marL="0" rtl="0" algn="l">
              <a:lnSpc>
                <a:spcPct val="115000"/>
              </a:lnSpc>
              <a:spcBef>
                <a:spcPts val="1400"/>
              </a:spcBef>
              <a:spcAft>
                <a:spcPts val="0"/>
              </a:spcAft>
              <a:buClr>
                <a:schemeClr val="dk1"/>
              </a:buClr>
              <a:buSzPts val="1100"/>
              <a:buFont typeface="Arial"/>
              <a:buNone/>
            </a:pPr>
            <a:r>
              <a:rPr lang="en"/>
              <a:t>What didn't: the high learning rate of 1.0 was a dead end. And 7 epochs improved accuracy but the model started forgetting previously correct answers.</a:t>
            </a:r>
            <a:endParaRPr/>
          </a:p>
          <a:p>
            <a:pPr indent="0" lvl="0" marL="0" rtl="0" algn="l">
              <a:lnSpc>
                <a:spcPct val="115000"/>
              </a:lnSpc>
              <a:spcBef>
                <a:spcPts val="1400"/>
              </a:spcBef>
              <a:spcAft>
                <a:spcPts val="0"/>
              </a:spcAft>
              <a:buClr>
                <a:schemeClr val="dk1"/>
              </a:buClr>
              <a:buSzPts val="1100"/>
              <a:buFont typeface="Arial"/>
              <a:buNone/>
            </a:pPr>
            <a:r>
              <a:rPr lang="en"/>
              <a:t>And the bigger limitation here is that fine-tuning helps with cases that look like the training data, but it doesn't make the model better at diagnosing things it's never seen. For that you'd probably need a lot more training data, or something like retrieval-augmented generation where the model can pull in reference material at inference time.</a:t>
            </a:r>
            <a:endParaRPr/>
          </a:p>
          <a:p>
            <a:pPr indent="0" lvl="0" marL="0" rtl="0" algn="l">
              <a:spcBef>
                <a:spcPts val="14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2" name="Shape 1582"/>
        <p:cNvGrpSpPr/>
        <p:nvPr/>
      </p:nvGrpSpPr>
      <p:grpSpPr>
        <a:xfrm>
          <a:off x="0" y="0"/>
          <a:ext cx="0" cy="0"/>
          <a:chOff x="0" y="0"/>
          <a:chExt cx="0" cy="0"/>
        </a:xfrm>
      </p:grpSpPr>
      <p:sp>
        <p:nvSpPr>
          <p:cNvPr id="1583" name="Google Shape;1583;g54dda1946d_6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4" name="Google Shape;1584;g54dda1946d_6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flipH="1">
            <a:off x="0" y="-161849"/>
            <a:ext cx="9144000" cy="5467198"/>
            <a:chOff x="0" y="-171451"/>
            <a:chExt cx="9144000" cy="5467198"/>
          </a:xfrm>
        </p:grpSpPr>
        <p:grpSp>
          <p:nvGrpSpPr>
            <p:cNvPr id="10" name="Google Shape;10;p2"/>
            <p:cNvGrpSpPr/>
            <p:nvPr/>
          </p:nvGrpSpPr>
          <p:grpSpPr>
            <a:xfrm>
              <a:off x="0" y="135850"/>
              <a:ext cx="9144000" cy="4654700"/>
              <a:chOff x="12075" y="212050"/>
              <a:chExt cx="9144000" cy="4654700"/>
            </a:xfrm>
          </p:grpSpPr>
          <p:grpSp>
            <p:nvGrpSpPr>
              <p:cNvPr id="11" name="Google Shape;11;p2"/>
              <p:cNvGrpSpPr/>
              <p:nvPr/>
            </p:nvGrpSpPr>
            <p:grpSpPr>
              <a:xfrm>
                <a:off x="12075" y="212050"/>
                <a:ext cx="9144000" cy="1396425"/>
                <a:chOff x="12075" y="212050"/>
                <a:chExt cx="9144000" cy="1396425"/>
              </a:xfrm>
            </p:grpSpPr>
            <p:cxnSp>
              <p:nvCxnSpPr>
                <p:cNvPr id="12" name="Google Shape;12;p2"/>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 name="Google Shape;13;p2"/>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4" name="Google Shape;14;p2"/>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5" name="Google Shape;15;p2"/>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6" name="Google Shape;16;p2"/>
              <p:cNvGrpSpPr/>
              <p:nvPr/>
            </p:nvGrpSpPr>
            <p:grpSpPr>
              <a:xfrm>
                <a:off x="12075" y="2073925"/>
                <a:ext cx="9144000" cy="1396425"/>
                <a:chOff x="12075" y="212050"/>
                <a:chExt cx="9144000" cy="1396425"/>
              </a:xfrm>
            </p:grpSpPr>
            <p:cxnSp>
              <p:nvCxnSpPr>
                <p:cNvPr id="17" name="Google Shape;17;p2"/>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8" name="Google Shape;18;p2"/>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9" name="Google Shape;19;p2"/>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0" name="Google Shape;20;p2"/>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21" name="Google Shape;21;p2"/>
              <p:cNvGrpSpPr/>
              <p:nvPr/>
            </p:nvGrpSpPr>
            <p:grpSpPr>
              <a:xfrm>
                <a:off x="12075" y="3935800"/>
                <a:ext cx="9144000" cy="930950"/>
                <a:chOff x="12075" y="212050"/>
                <a:chExt cx="9144000" cy="930950"/>
              </a:xfrm>
            </p:grpSpPr>
            <p:cxnSp>
              <p:nvCxnSpPr>
                <p:cNvPr id="22" name="Google Shape;22;p2"/>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3" name="Google Shape;23;p2"/>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4" name="Google Shape;24;p2"/>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25" name="Google Shape;25;p2"/>
            <p:cNvGrpSpPr/>
            <p:nvPr/>
          </p:nvGrpSpPr>
          <p:grpSpPr>
            <a:xfrm>
              <a:off x="213575" y="-171451"/>
              <a:ext cx="8855100" cy="5467198"/>
              <a:chOff x="213575" y="-171451"/>
              <a:chExt cx="8855100" cy="5467198"/>
            </a:xfrm>
          </p:grpSpPr>
          <p:grpSp>
            <p:nvGrpSpPr>
              <p:cNvPr id="26" name="Google Shape;26;p2"/>
              <p:cNvGrpSpPr/>
              <p:nvPr/>
            </p:nvGrpSpPr>
            <p:grpSpPr>
              <a:xfrm rot="5400000">
                <a:off x="-192674" y="234798"/>
                <a:ext cx="5467198" cy="4654700"/>
                <a:chOff x="12075" y="444775"/>
                <a:chExt cx="9144000" cy="4654700"/>
              </a:xfrm>
            </p:grpSpPr>
            <p:grpSp>
              <p:nvGrpSpPr>
                <p:cNvPr id="27" name="Google Shape;27;p2"/>
                <p:cNvGrpSpPr/>
                <p:nvPr/>
              </p:nvGrpSpPr>
              <p:grpSpPr>
                <a:xfrm>
                  <a:off x="12075" y="444775"/>
                  <a:ext cx="9144000" cy="1396425"/>
                  <a:chOff x="12075" y="444775"/>
                  <a:chExt cx="9144000" cy="1396425"/>
                </a:xfrm>
              </p:grpSpPr>
              <p:cxnSp>
                <p:nvCxnSpPr>
                  <p:cNvPr id="28" name="Google Shape;28;p2"/>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9" name="Google Shape;29;p2"/>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0" name="Google Shape;30;p2"/>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1" name="Google Shape;31;p2"/>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2" name="Google Shape;32;p2"/>
                <p:cNvGrpSpPr/>
                <p:nvPr/>
              </p:nvGrpSpPr>
              <p:grpSpPr>
                <a:xfrm>
                  <a:off x="12075" y="2306650"/>
                  <a:ext cx="9144000" cy="1396425"/>
                  <a:chOff x="12075" y="444775"/>
                  <a:chExt cx="9144000" cy="1396425"/>
                </a:xfrm>
              </p:grpSpPr>
              <p:cxnSp>
                <p:nvCxnSpPr>
                  <p:cNvPr id="33" name="Google Shape;33;p2"/>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4" name="Google Shape;34;p2"/>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5" name="Google Shape;35;p2"/>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6" name="Google Shape;36;p2"/>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7" name="Google Shape;37;p2"/>
                <p:cNvGrpSpPr/>
                <p:nvPr/>
              </p:nvGrpSpPr>
              <p:grpSpPr>
                <a:xfrm>
                  <a:off x="12075" y="4168525"/>
                  <a:ext cx="9144000" cy="930950"/>
                  <a:chOff x="12075" y="444775"/>
                  <a:chExt cx="9144000" cy="930950"/>
                </a:xfrm>
              </p:grpSpPr>
              <p:cxnSp>
                <p:nvCxnSpPr>
                  <p:cNvPr id="38" name="Google Shape;38;p2"/>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9" name="Google Shape;39;p2"/>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0" name="Google Shape;40;p2"/>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41" name="Google Shape;41;p2"/>
              <p:cNvGrpSpPr/>
              <p:nvPr/>
            </p:nvGrpSpPr>
            <p:grpSpPr>
              <a:xfrm rot="5400000">
                <a:off x="4473201" y="700273"/>
                <a:ext cx="5467198" cy="3723750"/>
                <a:chOff x="12075" y="1375725"/>
                <a:chExt cx="9144000" cy="3723750"/>
              </a:xfrm>
            </p:grpSpPr>
            <p:grpSp>
              <p:nvGrpSpPr>
                <p:cNvPr id="42" name="Google Shape;42;p2"/>
                <p:cNvGrpSpPr/>
                <p:nvPr/>
              </p:nvGrpSpPr>
              <p:grpSpPr>
                <a:xfrm>
                  <a:off x="12075" y="1375725"/>
                  <a:ext cx="9144000" cy="465475"/>
                  <a:chOff x="12075" y="1375725"/>
                  <a:chExt cx="9144000" cy="465475"/>
                </a:xfrm>
              </p:grpSpPr>
              <p:cxnSp>
                <p:nvCxnSpPr>
                  <p:cNvPr id="43" name="Google Shape;43;p2"/>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4" name="Google Shape;44;p2"/>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45" name="Google Shape;45;p2"/>
                <p:cNvGrpSpPr/>
                <p:nvPr/>
              </p:nvGrpSpPr>
              <p:grpSpPr>
                <a:xfrm>
                  <a:off x="12075" y="2306650"/>
                  <a:ext cx="9144000" cy="1396425"/>
                  <a:chOff x="12075" y="444775"/>
                  <a:chExt cx="9144000" cy="1396425"/>
                </a:xfrm>
              </p:grpSpPr>
              <p:cxnSp>
                <p:nvCxnSpPr>
                  <p:cNvPr id="46" name="Google Shape;46;p2"/>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7" name="Google Shape;47;p2"/>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8" name="Google Shape;48;p2"/>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9" name="Google Shape;49;p2"/>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50" name="Google Shape;50;p2"/>
                <p:cNvGrpSpPr/>
                <p:nvPr/>
              </p:nvGrpSpPr>
              <p:grpSpPr>
                <a:xfrm>
                  <a:off x="12075" y="4168525"/>
                  <a:ext cx="9144000" cy="930950"/>
                  <a:chOff x="12075" y="444775"/>
                  <a:chExt cx="9144000" cy="930950"/>
                </a:xfrm>
              </p:grpSpPr>
              <p:cxnSp>
                <p:nvCxnSpPr>
                  <p:cNvPr id="51" name="Google Shape;51;p2"/>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2" name="Google Shape;52;p2"/>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3" name="Google Shape;53;p2"/>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sp>
        <p:nvSpPr>
          <p:cNvPr id="54" name="Google Shape;54;p2"/>
          <p:cNvSpPr txBox="1"/>
          <p:nvPr>
            <p:ph type="ctrTitle"/>
          </p:nvPr>
        </p:nvSpPr>
        <p:spPr>
          <a:xfrm>
            <a:off x="713225" y="820500"/>
            <a:ext cx="4035600" cy="2749500"/>
          </a:xfrm>
          <a:prstGeom prst="rect">
            <a:avLst/>
          </a:prstGeom>
        </p:spPr>
        <p:txBody>
          <a:bodyPr anchorCtr="0" anchor="b" bIns="91425" lIns="91425" spcFirstLastPara="1" rIns="91425" wrap="square" tIns="91425">
            <a:noAutofit/>
          </a:bodyPr>
          <a:lstStyle>
            <a:lvl1pPr lvl="0" algn="l">
              <a:spcBef>
                <a:spcPts val="0"/>
              </a:spcBef>
              <a:spcAft>
                <a:spcPts val="0"/>
              </a:spcAft>
              <a:buClr>
                <a:srgbClr val="191919"/>
              </a:buClr>
              <a:buSzPts val="4000"/>
              <a:buNone/>
              <a:defRPr sz="4000"/>
            </a:lvl1pPr>
            <a:lvl2pPr lvl="1" algn="l">
              <a:spcBef>
                <a:spcPts val="0"/>
              </a:spcBef>
              <a:spcAft>
                <a:spcPts val="0"/>
              </a:spcAft>
              <a:buClr>
                <a:srgbClr val="191919"/>
              </a:buClr>
              <a:buSzPts val="4000"/>
              <a:buNone/>
              <a:defRPr sz="4000">
                <a:solidFill>
                  <a:srgbClr val="191919"/>
                </a:solidFill>
              </a:defRPr>
            </a:lvl2pPr>
            <a:lvl3pPr lvl="2" algn="l">
              <a:spcBef>
                <a:spcPts val="0"/>
              </a:spcBef>
              <a:spcAft>
                <a:spcPts val="0"/>
              </a:spcAft>
              <a:buClr>
                <a:srgbClr val="191919"/>
              </a:buClr>
              <a:buSzPts val="4000"/>
              <a:buNone/>
              <a:defRPr sz="4000">
                <a:solidFill>
                  <a:srgbClr val="191919"/>
                </a:solidFill>
              </a:defRPr>
            </a:lvl3pPr>
            <a:lvl4pPr lvl="3" algn="l">
              <a:spcBef>
                <a:spcPts val="0"/>
              </a:spcBef>
              <a:spcAft>
                <a:spcPts val="0"/>
              </a:spcAft>
              <a:buClr>
                <a:srgbClr val="191919"/>
              </a:buClr>
              <a:buSzPts val="4000"/>
              <a:buNone/>
              <a:defRPr sz="4000">
                <a:solidFill>
                  <a:srgbClr val="191919"/>
                </a:solidFill>
              </a:defRPr>
            </a:lvl4pPr>
            <a:lvl5pPr lvl="4" algn="l">
              <a:spcBef>
                <a:spcPts val="0"/>
              </a:spcBef>
              <a:spcAft>
                <a:spcPts val="0"/>
              </a:spcAft>
              <a:buClr>
                <a:srgbClr val="191919"/>
              </a:buClr>
              <a:buSzPts val="4000"/>
              <a:buNone/>
              <a:defRPr sz="4000">
                <a:solidFill>
                  <a:srgbClr val="191919"/>
                </a:solidFill>
              </a:defRPr>
            </a:lvl5pPr>
            <a:lvl6pPr lvl="5" algn="l">
              <a:spcBef>
                <a:spcPts val="0"/>
              </a:spcBef>
              <a:spcAft>
                <a:spcPts val="0"/>
              </a:spcAft>
              <a:buClr>
                <a:srgbClr val="191919"/>
              </a:buClr>
              <a:buSzPts val="4000"/>
              <a:buNone/>
              <a:defRPr sz="4000">
                <a:solidFill>
                  <a:srgbClr val="191919"/>
                </a:solidFill>
              </a:defRPr>
            </a:lvl6pPr>
            <a:lvl7pPr lvl="6" algn="l">
              <a:spcBef>
                <a:spcPts val="0"/>
              </a:spcBef>
              <a:spcAft>
                <a:spcPts val="0"/>
              </a:spcAft>
              <a:buClr>
                <a:srgbClr val="191919"/>
              </a:buClr>
              <a:buSzPts val="4000"/>
              <a:buNone/>
              <a:defRPr sz="4000">
                <a:solidFill>
                  <a:srgbClr val="191919"/>
                </a:solidFill>
              </a:defRPr>
            </a:lvl7pPr>
            <a:lvl8pPr lvl="7" algn="l">
              <a:spcBef>
                <a:spcPts val="0"/>
              </a:spcBef>
              <a:spcAft>
                <a:spcPts val="0"/>
              </a:spcAft>
              <a:buClr>
                <a:srgbClr val="191919"/>
              </a:buClr>
              <a:buSzPts val="4000"/>
              <a:buNone/>
              <a:defRPr sz="4000">
                <a:solidFill>
                  <a:srgbClr val="191919"/>
                </a:solidFill>
              </a:defRPr>
            </a:lvl8pPr>
            <a:lvl9pPr lvl="8" algn="l">
              <a:spcBef>
                <a:spcPts val="0"/>
              </a:spcBef>
              <a:spcAft>
                <a:spcPts val="0"/>
              </a:spcAft>
              <a:buClr>
                <a:srgbClr val="191919"/>
              </a:buClr>
              <a:buSzPts val="4000"/>
              <a:buNone/>
              <a:defRPr sz="4000">
                <a:solidFill>
                  <a:srgbClr val="191919"/>
                </a:solidFill>
              </a:defRPr>
            </a:lvl9pPr>
          </a:lstStyle>
          <a:p/>
        </p:txBody>
      </p:sp>
      <p:sp>
        <p:nvSpPr>
          <p:cNvPr id="55" name="Google Shape;55;p2"/>
          <p:cNvSpPr txBox="1"/>
          <p:nvPr>
            <p:ph idx="1" type="subTitle"/>
          </p:nvPr>
        </p:nvSpPr>
        <p:spPr>
          <a:xfrm>
            <a:off x="713225" y="3808525"/>
            <a:ext cx="4035600" cy="3381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1400"/>
              <a:buNone/>
              <a:defRPr sz="1600">
                <a:solidFill>
                  <a:schemeClr val="dk1"/>
                </a:solidFill>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grpSp>
        <p:nvGrpSpPr>
          <p:cNvPr id="56" name="Google Shape;56;p2"/>
          <p:cNvGrpSpPr/>
          <p:nvPr/>
        </p:nvGrpSpPr>
        <p:grpSpPr>
          <a:xfrm>
            <a:off x="-7" y="167200"/>
            <a:ext cx="8952587" cy="4867172"/>
            <a:chOff x="-7" y="167200"/>
            <a:chExt cx="8952587" cy="4867172"/>
          </a:xfrm>
        </p:grpSpPr>
        <p:grpSp>
          <p:nvGrpSpPr>
            <p:cNvPr id="57" name="Google Shape;57;p2"/>
            <p:cNvGrpSpPr/>
            <p:nvPr/>
          </p:nvGrpSpPr>
          <p:grpSpPr>
            <a:xfrm>
              <a:off x="7519182" y="4467918"/>
              <a:ext cx="1433398" cy="566454"/>
              <a:chOff x="7519182" y="4467918"/>
              <a:chExt cx="1433398" cy="566454"/>
            </a:xfrm>
          </p:grpSpPr>
          <p:sp>
            <p:nvSpPr>
              <p:cNvPr id="58" name="Google Shape;58;p2"/>
              <p:cNvSpPr/>
              <p:nvPr/>
            </p:nvSpPr>
            <p:spPr>
              <a:xfrm>
                <a:off x="8561631" y="4643609"/>
                <a:ext cx="390949" cy="390763"/>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7519182" y="4467918"/>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 name="Google Shape;60;p2"/>
            <p:cNvGrpSpPr/>
            <p:nvPr/>
          </p:nvGrpSpPr>
          <p:grpSpPr>
            <a:xfrm>
              <a:off x="-7" y="167200"/>
              <a:ext cx="1266969" cy="226225"/>
              <a:chOff x="-7" y="167200"/>
              <a:chExt cx="1266969" cy="226225"/>
            </a:xfrm>
          </p:grpSpPr>
          <p:sp>
            <p:nvSpPr>
              <p:cNvPr id="61" name="Google Shape;61;p2"/>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grpSp>
        <p:nvGrpSpPr>
          <p:cNvPr id="64" name="Google Shape;64;p3"/>
          <p:cNvGrpSpPr/>
          <p:nvPr/>
        </p:nvGrpSpPr>
        <p:grpSpPr>
          <a:xfrm flipH="1">
            <a:off x="0" y="-161849"/>
            <a:ext cx="9144000" cy="5467198"/>
            <a:chOff x="0" y="-171451"/>
            <a:chExt cx="9144000" cy="5467198"/>
          </a:xfrm>
        </p:grpSpPr>
        <p:grpSp>
          <p:nvGrpSpPr>
            <p:cNvPr id="65" name="Google Shape;65;p3"/>
            <p:cNvGrpSpPr/>
            <p:nvPr/>
          </p:nvGrpSpPr>
          <p:grpSpPr>
            <a:xfrm>
              <a:off x="0" y="135850"/>
              <a:ext cx="9144000" cy="4654700"/>
              <a:chOff x="12075" y="212050"/>
              <a:chExt cx="9144000" cy="4654700"/>
            </a:xfrm>
          </p:grpSpPr>
          <p:grpSp>
            <p:nvGrpSpPr>
              <p:cNvPr id="66" name="Google Shape;66;p3"/>
              <p:cNvGrpSpPr/>
              <p:nvPr/>
            </p:nvGrpSpPr>
            <p:grpSpPr>
              <a:xfrm>
                <a:off x="12075" y="212050"/>
                <a:ext cx="9144000" cy="1396425"/>
                <a:chOff x="12075" y="212050"/>
                <a:chExt cx="9144000" cy="1396425"/>
              </a:xfrm>
            </p:grpSpPr>
            <p:cxnSp>
              <p:nvCxnSpPr>
                <p:cNvPr id="67" name="Google Shape;67;p3"/>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8" name="Google Shape;68;p3"/>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9" name="Google Shape;69;p3"/>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0" name="Google Shape;70;p3"/>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1" name="Google Shape;71;p3"/>
              <p:cNvGrpSpPr/>
              <p:nvPr/>
            </p:nvGrpSpPr>
            <p:grpSpPr>
              <a:xfrm>
                <a:off x="12075" y="2073925"/>
                <a:ext cx="9144000" cy="1396425"/>
                <a:chOff x="12075" y="212050"/>
                <a:chExt cx="9144000" cy="1396425"/>
              </a:xfrm>
            </p:grpSpPr>
            <p:cxnSp>
              <p:nvCxnSpPr>
                <p:cNvPr id="72" name="Google Shape;72;p3"/>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3" name="Google Shape;73;p3"/>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4" name="Google Shape;74;p3"/>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5" name="Google Shape;75;p3"/>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6" name="Google Shape;76;p3"/>
              <p:cNvGrpSpPr/>
              <p:nvPr/>
            </p:nvGrpSpPr>
            <p:grpSpPr>
              <a:xfrm>
                <a:off x="12075" y="3935800"/>
                <a:ext cx="9144000" cy="930950"/>
                <a:chOff x="12075" y="212050"/>
                <a:chExt cx="9144000" cy="930950"/>
              </a:xfrm>
            </p:grpSpPr>
            <p:cxnSp>
              <p:nvCxnSpPr>
                <p:cNvPr id="77" name="Google Shape;77;p3"/>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8" name="Google Shape;78;p3"/>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9" name="Google Shape;79;p3"/>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80" name="Google Shape;80;p3"/>
            <p:cNvGrpSpPr/>
            <p:nvPr/>
          </p:nvGrpSpPr>
          <p:grpSpPr>
            <a:xfrm>
              <a:off x="213575" y="-171451"/>
              <a:ext cx="8855100" cy="5467198"/>
              <a:chOff x="213575" y="-171451"/>
              <a:chExt cx="8855100" cy="5467198"/>
            </a:xfrm>
          </p:grpSpPr>
          <p:grpSp>
            <p:nvGrpSpPr>
              <p:cNvPr id="81" name="Google Shape;81;p3"/>
              <p:cNvGrpSpPr/>
              <p:nvPr/>
            </p:nvGrpSpPr>
            <p:grpSpPr>
              <a:xfrm rot="5400000">
                <a:off x="-192674" y="234798"/>
                <a:ext cx="5467198" cy="4654700"/>
                <a:chOff x="12075" y="444775"/>
                <a:chExt cx="9144000" cy="4654700"/>
              </a:xfrm>
            </p:grpSpPr>
            <p:grpSp>
              <p:nvGrpSpPr>
                <p:cNvPr id="82" name="Google Shape;82;p3"/>
                <p:cNvGrpSpPr/>
                <p:nvPr/>
              </p:nvGrpSpPr>
              <p:grpSpPr>
                <a:xfrm>
                  <a:off x="12075" y="444775"/>
                  <a:ext cx="9144000" cy="1396425"/>
                  <a:chOff x="12075" y="444775"/>
                  <a:chExt cx="9144000" cy="1396425"/>
                </a:xfrm>
              </p:grpSpPr>
              <p:cxnSp>
                <p:nvCxnSpPr>
                  <p:cNvPr id="83" name="Google Shape;83;p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4" name="Google Shape;84;p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5" name="Google Shape;85;p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6" name="Google Shape;86;p3"/>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87" name="Google Shape;87;p3"/>
                <p:cNvGrpSpPr/>
                <p:nvPr/>
              </p:nvGrpSpPr>
              <p:grpSpPr>
                <a:xfrm>
                  <a:off x="12075" y="2306650"/>
                  <a:ext cx="9144000" cy="1396425"/>
                  <a:chOff x="12075" y="444775"/>
                  <a:chExt cx="9144000" cy="1396425"/>
                </a:xfrm>
              </p:grpSpPr>
              <p:cxnSp>
                <p:nvCxnSpPr>
                  <p:cNvPr id="88" name="Google Shape;88;p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9" name="Google Shape;89;p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0" name="Google Shape;90;p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1" name="Google Shape;91;p3"/>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92" name="Google Shape;92;p3"/>
                <p:cNvGrpSpPr/>
                <p:nvPr/>
              </p:nvGrpSpPr>
              <p:grpSpPr>
                <a:xfrm>
                  <a:off x="12075" y="4168525"/>
                  <a:ext cx="9144000" cy="930950"/>
                  <a:chOff x="12075" y="444775"/>
                  <a:chExt cx="9144000" cy="930950"/>
                </a:xfrm>
              </p:grpSpPr>
              <p:cxnSp>
                <p:nvCxnSpPr>
                  <p:cNvPr id="93" name="Google Shape;93;p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4" name="Google Shape;94;p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5" name="Google Shape;95;p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96" name="Google Shape;96;p3"/>
              <p:cNvGrpSpPr/>
              <p:nvPr/>
            </p:nvGrpSpPr>
            <p:grpSpPr>
              <a:xfrm rot="5400000">
                <a:off x="4473201" y="700273"/>
                <a:ext cx="5467198" cy="3723750"/>
                <a:chOff x="12075" y="1375725"/>
                <a:chExt cx="9144000" cy="3723750"/>
              </a:xfrm>
            </p:grpSpPr>
            <p:grpSp>
              <p:nvGrpSpPr>
                <p:cNvPr id="97" name="Google Shape;97;p3"/>
                <p:cNvGrpSpPr/>
                <p:nvPr/>
              </p:nvGrpSpPr>
              <p:grpSpPr>
                <a:xfrm>
                  <a:off x="12075" y="1375725"/>
                  <a:ext cx="9144000" cy="465475"/>
                  <a:chOff x="12075" y="1375725"/>
                  <a:chExt cx="9144000" cy="465475"/>
                </a:xfrm>
              </p:grpSpPr>
              <p:cxnSp>
                <p:nvCxnSpPr>
                  <p:cNvPr id="98" name="Google Shape;98;p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9" name="Google Shape;99;p3"/>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0" name="Google Shape;100;p3"/>
                <p:cNvGrpSpPr/>
                <p:nvPr/>
              </p:nvGrpSpPr>
              <p:grpSpPr>
                <a:xfrm>
                  <a:off x="12075" y="2306650"/>
                  <a:ext cx="9144000" cy="1396425"/>
                  <a:chOff x="12075" y="444775"/>
                  <a:chExt cx="9144000" cy="1396425"/>
                </a:xfrm>
              </p:grpSpPr>
              <p:cxnSp>
                <p:nvCxnSpPr>
                  <p:cNvPr id="101" name="Google Shape;101;p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2" name="Google Shape;102;p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3" name="Google Shape;103;p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4" name="Google Shape;104;p3"/>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5" name="Google Shape;105;p3"/>
                <p:cNvGrpSpPr/>
                <p:nvPr/>
              </p:nvGrpSpPr>
              <p:grpSpPr>
                <a:xfrm>
                  <a:off x="12075" y="4168525"/>
                  <a:ext cx="9144000" cy="930950"/>
                  <a:chOff x="12075" y="444775"/>
                  <a:chExt cx="9144000" cy="930950"/>
                </a:xfrm>
              </p:grpSpPr>
              <p:cxnSp>
                <p:nvCxnSpPr>
                  <p:cNvPr id="106" name="Google Shape;106;p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7" name="Google Shape;107;p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8" name="Google Shape;108;p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sp>
        <p:nvSpPr>
          <p:cNvPr id="109" name="Google Shape;109;p3"/>
          <p:cNvSpPr txBox="1"/>
          <p:nvPr>
            <p:ph type="title"/>
          </p:nvPr>
        </p:nvSpPr>
        <p:spPr>
          <a:xfrm>
            <a:off x="4178250" y="2448225"/>
            <a:ext cx="4032300" cy="8373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0" name="Google Shape;110;p3"/>
          <p:cNvSpPr txBox="1"/>
          <p:nvPr>
            <p:ph hasCustomPrompt="1" idx="2" type="title"/>
          </p:nvPr>
        </p:nvSpPr>
        <p:spPr>
          <a:xfrm>
            <a:off x="5453300" y="1423663"/>
            <a:ext cx="1482300" cy="770400"/>
          </a:xfrm>
          <a:prstGeom prst="rect">
            <a:avLst/>
          </a:prstGeom>
          <a:solidFill>
            <a:schemeClr val="lt2"/>
          </a:solidFill>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1" name="Google Shape;111;p3"/>
          <p:cNvSpPr txBox="1"/>
          <p:nvPr>
            <p:ph idx="1" type="subTitle"/>
          </p:nvPr>
        </p:nvSpPr>
        <p:spPr>
          <a:xfrm>
            <a:off x="4178250" y="3344850"/>
            <a:ext cx="4032300" cy="37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12" name="Google Shape;112;p3"/>
          <p:cNvGrpSpPr/>
          <p:nvPr/>
        </p:nvGrpSpPr>
        <p:grpSpPr>
          <a:xfrm>
            <a:off x="173907" y="92498"/>
            <a:ext cx="8795602" cy="4945088"/>
            <a:chOff x="173907" y="92498"/>
            <a:chExt cx="8795602" cy="4945088"/>
          </a:xfrm>
        </p:grpSpPr>
        <p:grpSp>
          <p:nvGrpSpPr>
            <p:cNvPr id="113" name="Google Shape;113;p3"/>
            <p:cNvGrpSpPr/>
            <p:nvPr/>
          </p:nvGrpSpPr>
          <p:grpSpPr>
            <a:xfrm>
              <a:off x="8918459" y="243592"/>
              <a:ext cx="51049" cy="774142"/>
              <a:chOff x="8211712" y="2037146"/>
              <a:chExt cx="34742" cy="526950"/>
            </a:xfrm>
          </p:grpSpPr>
          <p:sp>
            <p:nvSpPr>
              <p:cNvPr id="114" name="Google Shape;114;p3"/>
              <p:cNvSpPr/>
              <p:nvPr/>
            </p:nvSpPr>
            <p:spPr>
              <a:xfrm>
                <a:off x="8211712" y="2037146"/>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8211712" y="2116302"/>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8211712" y="2195458"/>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8211712" y="2274614"/>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a:off x="8211712" y="2353770"/>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a:off x="8211712" y="2432927"/>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8211712" y="2512083"/>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 name="Google Shape;121;p3"/>
            <p:cNvGrpSpPr/>
            <p:nvPr/>
          </p:nvGrpSpPr>
          <p:grpSpPr>
            <a:xfrm>
              <a:off x="173907" y="4750539"/>
              <a:ext cx="291257" cy="287046"/>
              <a:chOff x="5456048" y="1794743"/>
              <a:chExt cx="178248" cy="175682"/>
            </a:xfrm>
          </p:grpSpPr>
          <p:sp>
            <p:nvSpPr>
              <p:cNvPr id="122" name="Google Shape;122;p3"/>
              <p:cNvSpPr/>
              <p:nvPr/>
            </p:nvSpPr>
            <p:spPr>
              <a:xfrm>
                <a:off x="5456048" y="1794743"/>
                <a:ext cx="178248" cy="175682"/>
              </a:xfrm>
              <a:custGeom>
                <a:rect b="b" l="l" r="r" t="t"/>
                <a:pathLst>
                  <a:path extrusionOk="0" h="1780" w="1806">
                    <a:moveTo>
                      <a:pt x="277" y="0"/>
                    </a:moveTo>
                    <a:lnTo>
                      <a:pt x="1" y="276"/>
                    </a:lnTo>
                    <a:lnTo>
                      <a:pt x="1530" y="1780"/>
                    </a:lnTo>
                    <a:lnTo>
                      <a:pt x="1805" y="1504"/>
                    </a:lnTo>
                    <a:lnTo>
                      <a:pt x="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5456048" y="1794743"/>
                <a:ext cx="178248" cy="175682"/>
              </a:xfrm>
              <a:custGeom>
                <a:rect b="b" l="l" r="r" t="t"/>
                <a:pathLst>
                  <a:path extrusionOk="0" h="1780" w="1806">
                    <a:moveTo>
                      <a:pt x="1505" y="0"/>
                    </a:moveTo>
                    <a:lnTo>
                      <a:pt x="1" y="1504"/>
                    </a:lnTo>
                    <a:lnTo>
                      <a:pt x="302" y="1780"/>
                    </a:lnTo>
                    <a:lnTo>
                      <a:pt x="1805" y="276"/>
                    </a:lnTo>
                    <a:lnTo>
                      <a:pt x="15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 name="Google Shape;124;p3"/>
            <p:cNvSpPr/>
            <p:nvPr/>
          </p:nvSpPr>
          <p:spPr>
            <a:xfrm rot="-123321">
              <a:off x="7897400" y="4768750"/>
              <a:ext cx="1018402" cy="166548"/>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a:off x="8639763" y="92498"/>
              <a:ext cx="207956" cy="207857"/>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6" name="Shape 126"/>
        <p:cNvGrpSpPr/>
        <p:nvPr/>
      </p:nvGrpSpPr>
      <p:grpSpPr>
        <a:xfrm>
          <a:off x="0" y="0"/>
          <a:ext cx="0" cy="0"/>
          <a:chOff x="0" y="0"/>
          <a:chExt cx="0" cy="0"/>
        </a:xfrm>
      </p:grpSpPr>
      <p:grpSp>
        <p:nvGrpSpPr>
          <p:cNvPr id="127" name="Google Shape;127;p4"/>
          <p:cNvGrpSpPr/>
          <p:nvPr/>
        </p:nvGrpSpPr>
        <p:grpSpPr>
          <a:xfrm flipH="1">
            <a:off x="0" y="-161849"/>
            <a:ext cx="9144000" cy="5467198"/>
            <a:chOff x="0" y="-171451"/>
            <a:chExt cx="9144000" cy="5467198"/>
          </a:xfrm>
        </p:grpSpPr>
        <p:grpSp>
          <p:nvGrpSpPr>
            <p:cNvPr id="128" name="Google Shape;128;p4"/>
            <p:cNvGrpSpPr/>
            <p:nvPr/>
          </p:nvGrpSpPr>
          <p:grpSpPr>
            <a:xfrm>
              <a:off x="0" y="135850"/>
              <a:ext cx="9144000" cy="4654700"/>
              <a:chOff x="12075" y="212050"/>
              <a:chExt cx="9144000" cy="4654700"/>
            </a:xfrm>
          </p:grpSpPr>
          <p:grpSp>
            <p:nvGrpSpPr>
              <p:cNvPr id="129" name="Google Shape;129;p4"/>
              <p:cNvGrpSpPr/>
              <p:nvPr/>
            </p:nvGrpSpPr>
            <p:grpSpPr>
              <a:xfrm>
                <a:off x="12075" y="212050"/>
                <a:ext cx="9144000" cy="1396425"/>
                <a:chOff x="12075" y="212050"/>
                <a:chExt cx="9144000" cy="1396425"/>
              </a:xfrm>
            </p:grpSpPr>
            <p:cxnSp>
              <p:nvCxnSpPr>
                <p:cNvPr id="130" name="Google Shape;130;p4"/>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1" name="Google Shape;131;p4"/>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2" name="Google Shape;132;p4"/>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3" name="Google Shape;133;p4"/>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4" name="Google Shape;134;p4"/>
              <p:cNvGrpSpPr/>
              <p:nvPr/>
            </p:nvGrpSpPr>
            <p:grpSpPr>
              <a:xfrm>
                <a:off x="12075" y="2073925"/>
                <a:ext cx="9144000" cy="1396425"/>
                <a:chOff x="12075" y="212050"/>
                <a:chExt cx="9144000" cy="1396425"/>
              </a:xfrm>
            </p:grpSpPr>
            <p:cxnSp>
              <p:nvCxnSpPr>
                <p:cNvPr id="135" name="Google Shape;135;p4"/>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6" name="Google Shape;136;p4"/>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7" name="Google Shape;137;p4"/>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8" name="Google Shape;138;p4"/>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9" name="Google Shape;139;p4"/>
              <p:cNvGrpSpPr/>
              <p:nvPr/>
            </p:nvGrpSpPr>
            <p:grpSpPr>
              <a:xfrm>
                <a:off x="12075" y="3935800"/>
                <a:ext cx="9144000" cy="930950"/>
                <a:chOff x="12075" y="212050"/>
                <a:chExt cx="9144000" cy="930950"/>
              </a:xfrm>
            </p:grpSpPr>
            <p:cxnSp>
              <p:nvCxnSpPr>
                <p:cNvPr id="140" name="Google Shape;140;p4"/>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41" name="Google Shape;141;p4"/>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42" name="Google Shape;142;p4"/>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43" name="Google Shape;143;p4"/>
            <p:cNvGrpSpPr/>
            <p:nvPr/>
          </p:nvGrpSpPr>
          <p:grpSpPr>
            <a:xfrm>
              <a:off x="213575" y="-171451"/>
              <a:ext cx="8855100" cy="5467198"/>
              <a:chOff x="213575" y="-171451"/>
              <a:chExt cx="8855100" cy="5467198"/>
            </a:xfrm>
          </p:grpSpPr>
          <p:grpSp>
            <p:nvGrpSpPr>
              <p:cNvPr id="144" name="Google Shape;144;p4"/>
              <p:cNvGrpSpPr/>
              <p:nvPr/>
            </p:nvGrpSpPr>
            <p:grpSpPr>
              <a:xfrm rot="5400000">
                <a:off x="-192674" y="234798"/>
                <a:ext cx="5467198" cy="4654700"/>
                <a:chOff x="12075" y="444775"/>
                <a:chExt cx="9144000" cy="4654700"/>
              </a:xfrm>
            </p:grpSpPr>
            <p:grpSp>
              <p:nvGrpSpPr>
                <p:cNvPr id="145" name="Google Shape;145;p4"/>
                <p:cNvGrpSpPr/>
                <p:nvPr/>
              </p:nvGrpSpPr>
              <p:grpSpPr>
                <a:xfrm>
                  <a:off x="12075" y="444775"/>
                  <a:ext cx="9144000" cy="1396425"/>
                  <a:chOff x="12075" y="444775"/>
                  <a:chExt cx="9144000" cy="1396425"/>
                </a:xfrm>
              </p:grpSpPr>
              <p:cxnSp>
                <p:nvCxnSpPr>
                  <p:cNvPr id="146" name="Google Shape;146;p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47" name="Google Shape;147;p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48" name="Google Shape;148;p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49" name="Google Shape;149;p4"/>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50" name="Google Shape;150;p4"/>
                <p:cNvGrpSpPr/>
                <p:nvPr/>
              </p:nvGrpSpPr>
              <p:grpSpPr>
                <a:xfrm>
                  <a:off x="12075" y="2306650"/>
                  <a:ext cx="9144000" cy="1396425"/>
                  <a:chOff x="12075" y="444775"/>
                  <a:chExt cx="9144000" cy="1396425"/>
                </a:xfrm>
              </p:grpSpPr>
              <p:cxnSp>
                <p:nvCxnSpPr>
                  <p:cNvPr id="151" name="Google Shape;151;p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52" name="Google Shape;152;p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53" name="Google Shape;153;p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54" name="Google Shape;154;p4"/>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55" name="Google Shape;155;p4"/>
                <p:cNvGrpSpPr/>
                <p:nvPr/>
              </p:nvGrpSpPr>
              <p:grpSpPr>
                <a:xfrm>
                  <a:off x="12075" y="4168525"/>
                  <a:ext cx="9144000" cy="930950"/>
                  <a:chOff x="12075" y="444775"/>
                  <a:chExt cx="9144000" cy="930950"/>
                </a:xfrm>
              </p:grpSpPr>
              <p:cxnSp>
                <p:nvCxnSpPr>
                  <p:cNvPr id="156" name="Google Shape;156;p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57" name="Google Shape;157;p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58" name="Google Shape;158;p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59" name="Google Shape;159;p4"/>
              <p:cNvGrpSpPr/>
              <p:nvPr/>
            </p:nvGrpSpPr>
            <p:grpSpPr>
              <a:xfrm rot="5400000">
                <a:off x="4473201" y="700273"/>
                <a:ext cx="5467198" cy="3723750"/>
                <a:chOff x="12075" y="1375725"/>
                <a:chExt cx="9144000" cy="3723750"/>
              </a:xfrm>
            </p:grpSpPr>
            <p:grpSp>
              <p:nvGrpSpPr>
                <p:cNvPr id="160" name="Google Shape;160;p4"/>
                <p:cNvGrpSpPr/>
                <p:nvPr/>
              </p:nvGrpSpPr>
              <p:grpSpPr>
                <a:xfrm>
                  <a:off x="12075" y="1375725"/>
                  <a:ext cx="9144000" cy="465475"/>
                  <a:chOff x="12075" y="1375725"/>
                  <a:chExt cx="9144000" cy="465475"/>
                </a:xfrm>
              </p:grpSpPr>
              <p:cxnSp>
                <p:nvCxnSpPr>
                  <p:cNvPr id="161" name="Google Shape;161;p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62" name="Google Shape;162;p4"/>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63" name="Google Shape;163;p4"/>
                <p:cNvGrpSpPr/>
                <p:nvPr/>
              </p:nvGrpSpPr>
              <p:grpSpPr>
                <a:xfrm>
                  <a:off x="12075" y="2306650"/>
                  <a:ext cx="9144000" cy="1396425"/>
                  <a:chOff x="12075" y="444775"/>
                  <a:chExt cx="9144000" cy="1396425"/>
                </a:xfrm>
              </p:grpSpPr>
              <p:cxnSp>
                <p:nvCxnSpPr>
                  <p:cNvPr id="164" name="Google Shape;164;p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65" name="Google Shape;165;p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66" name="Google Shape;166;p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67" name="Google Shape;167;p4"/>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68" name="Google Shape;168;p4"/>
                <p:cNvGrpSpPr/>
                <p:nvPr/>
              </p:nvGrpSpPr>
              <p:grpSpPr>
                <a:xfrm>
                  <a:off x="12075" y="4168525"/>
                  <a:ext cx="9144000" cy="930950"/>
                  <a:chOff x="12075" y="444775"/>
                  <a:chExt cx="9144000" cy="930950"/>
                </a:xfrm>
              </p:grpSpPr>
              <p:cxnSp>
                <p:nvCxnSpPr>
                  <p:cNvPr id="169" name="Google Shape;169;p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70" name="Google Shape;170;p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71" name="Google Shape;171;p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grpSp>
        <p:nvGrpSpPr>
          <p:cNvPr id="172" name="Google Shape;172;p4"/>
          <p:cNvGrpSpPr/>
          <p:nvPr/>
        </p:nvGrpSpPr>
        <p:grpSpPr>
          <a:xfrm>
            <a:off x="-7" y="167200"/>
            <a:ext cx="8952587" cy="4867172"/>
            <a:chOff x="-7" y="167200"/>
            <a:chExt cx="8952587" cy="4867172"/>
          </a:xfrm>
        </p:grpSpPr>
        <p:sp>
          <p:nvSpPr>
            <p:cNvPr id="173" name="Google Shape;173;p4"/>
            <p:cNvSpPr/>
            <p:nvPr/>
          </p:nvSpPr>
          <p:spPr>
            <a:xfrm>
              <a:off x="8561631" y="4643609"/>
              <a:ext cx="390949" cy="390763"/>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 name="Google Shape;174;p4"/>
            <p:cNvGrpSpPr/>
            <p:nvPr/>
          </p:nvGrpSpPr>
          <p:grpSpPr>
            <a:xfrm>
              <a:off x="-7" y="167200"/>
              <a:ext cx="1266969" cy="226225"/>
              <a:chOff x="-7" y="167200"/>
              <a:chExt cx="1266969" cy="226225"/>
            </a:xfrm>
          </p:grpSpPr>
          <p:sp>
            <p:nvSpPr>
              <p:cNvPr id="175" name="Google Shape;175;p4"/>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4"/>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7" name="Google Shape;177;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8" name="Google Shape;178;p4"/>
          <p:cNvSpPr txBox="1"/>
          <p:nvPr>
            <p:ph idx="1" type="body"/>
          </p:nvPr>
        </p:nvSpPr>
        <p:spPr>
          <a:xfrm>
            <a:off x="720000" y="1215751"/>
            <a:ext cx="7704000" cy="4755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Font typeface="Nunito Light"/>
              <a:buChar char="●"/>
              <a:defRPr/>
            </a:lvl1pPr>
            <a:lvl2pPr indent="-317500" lvl="1" marL="914400" rtl="0" algn="ctr">
              <a:lnSpc>
                <a:spcPct val="100000"/>
              </a:lnSpc>
              <a:spcBef>
                <a:spcPts val="0"/>
              </a:spcBef>
              <a:spcAft>
                <a:spcPts val="0"/>
              </a:spcAft>
              <a:buSzPts val="1400"/>
              <a:buFont typeface="Nunito Light"/>
              <a:buChar char="○"/>
              <a:defRPr/>
            </a:lvl2pPr>
            <a:lvl3pPr indent="-317500" lvl="2" marL="1371600" rtl="0" algn="ctr">
              <a:lnSpc>
                <a:spcPct val="100000"/>
              </a:lnSpc>
              <a:spcBef>
                <a:spcPts val="0"/>
              </a:spcBef>
              <a:spcAft>
                <a:spcPts val="0"/>
              </a:spcAft>
              <a:buSzPts val="1400"/>
              <a:buFont typeface="Nunito Light"/>
              <a:buChar char="■"/>
              <a:defRPr/>
            </a:lvl3pPr>
            <a:lvl4pPr indent="-317500" lvl="3" marL="1828800" rtl="0" algn="ctr">
              <a:lnSpc>
                <a:spcPct val="100000"/>
              </a:lnSpc>
              <a:spcBef>
                <a:spcPts val="0"/>
              </a:spcBef>
              <a:spcAft>
                <a:spcPts val="0"/>
              </a:spcAft>
              <a:buSzPts val="1400"/>
              <a:buFont typeface="Nunito Light"/>
              <a:buChar char="●"/>
              <a:defRPr/>
            </a:lvl4pPr>
            <a:lvl5pPr indent="-317500" lvl="4" marL="2286000" rtl="0" algn="ctr">
              <a:lnSpc>
                <a:spcPct val="100000"/>
              </a:lnSpc>
              <a:spcBef>
                <a:spcPts val="0"/>
              </a:spcBef>
              <a:spcAft>
                <a:spcPts val="0"/>
              </a:spcAft>
              <a:buSzPts val="1400"/>
              <a:buFont typeface="Nunito Light"/>
              <a:buChar char="○"/>
              <a:defRPr/>
            </a:lvl5pPr>
            <a:lvl6pPr indent="-317500" lvl="5" marL="2743200" rtl="0" algn="ctr">
              <a:lnSpc>
                <a:spcPct val="100000"/>
              </a:lnSpc>
              <a:spcBef>
                <a:spcPts val="0"/>
              </a:spcBef>
              <a:spcAft>
                <a:spcPts val="0"/>
              </a:spcAft>
              <a:buSzPts val="1400"/>
              <a:buFont typeface="Nunito Light"/>
              <a:buChar char="■"/>
              <a:defRPr/>
            </a:lvl6pPr>
            <a:lvl7pPr indent="-317500" lvl="6" marL="3200400" rtl="0" algn="ctr">
              <a:lnSpc>
                <a:spcPct val="100000"/>
              </a:lnSpc>
              <a:spcBef>
                <a:spcPts val="0"/>
              </a:spcBef>
              <a:spcAft>
                <a:spcPts val="0"/>
              </a:spcAft>
              <a:buSzPts val="1400"/>
              <a:buFont typeface="Nunito Light"/>
              <a:buChar char="●"/>
              <a:defRPr/>
            </a:lvl7pPr>
            <a:lvl8pPr indent="-317500" lvl="7" marL="3657600" rtl="0" algn="ctr">
              <a:lnSpc>
                <a:spcPct val="100000"/>
              </a:lnSpc>
              <a:spcBef>
                <a:spcPts val="0"/>
              </a:spcBef>
              <a:spcAft>
                <a:spcPts val="0"/>
              </a:spcAft>
              <a:buSzPts val="1400"/>
              <a:buFont typeface="Nunito Light"/>
              <a:buChar char="○"/>
              <a:defRPr/>
            </a:lvl8pPr>
            <a:lvl9pPr indent="-317500" lvl="8" marL="4114800" rtl="0" algn="ctr">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9" name="Shape 179"/>
        <p:cNvGrpSpPr/>
        <p:nvPr/>
      </p:nvGrpSpPr>
      <p:grpSpPr>
        <a:xfrm>
          <a:off x="0" y="0"/>
          <a:ext cx="0" cy="0"/>
          <a:chOff x="0" y="0"/>
          <a:chExt cx="0" cy="0"/>
        </a:xfrm>
      </p:grpSpPr>
      <p:grpSp>
        <p:nvGrpSpPr>
          <p:cNvPr id="180" name="Google Shape;180;p5"/>
          <p:cNvGrpSpPr/>
          <p:nvPr/>
        </p:nvGrpSpPr>
        <p:grpSpPr>
          <a:xfrm flipH="1">
            <a:off x="0" y="-161849"/>
            <a:ext cx="9144000" cy="5467198"/>
            <a:chOff x="0" y="-171451"/>
            <a:chExt cx="9144000" cy="5467198"/>
          </a:xfrm>
        </p:grpSpPr>
        <p:grpSp>
          <p:nvGrpSpPr>
            <p:cNvPr id="181" name="Google Shape;181;p5"/>
            <p:cNvGrpSpPr/>
            <p:nvPr/>
          </p:nvGrpSpPr>
          <p:grpSpPr>
            <a:xfrm>
              <a:off x="0" y="135850"/>
              <a:ext cx="9144000" cy="4654700"/>
              <a:chOff x="12075" y="212050"/>
              <a:chExt cx="9144000" cy="4654700"/>
            </a:xfrm>
          </p:grpSpPr>
          <p:grpSp>
            <p:nvGrpSpPr>
              <p:cNvPr id="182" name="Google Shape;182;p5"/>
              <p:cNvGrpSpPr/>
              <p:nvPr/>
            </p:nvGrpSpPr>
            <p:grpSpPr>
              <a:xfrm>
                <a:off x="12075" y="212050"/>
                <a:ext cx="9144000" cy="1396425"/>
                <a:chOff x="12075" y="212050"/>
                <a:chExt cx="9144000" cy="1396425"/>
              </a:xfrm>
            </p:grpSpPr>
            <p:cxnSp>
              <p:nvCxnSpPr>
                <p:cNvPr id="183" name="Google Shape;183;p5"/>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84" name="Google Shape;184;p5"/>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85" name="Google Shape;185;p5"/>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86" name="Google Shape;186;p5"/>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87" name="Google Shape;187;p5"/>
              <p:cNvGrpSpPr/>
              <p:nvPr/>
            </p:nvGrpSpPr>
            <p:grpSpPr>
              <a:xfrm>
                <a:off x="12075" y="2073925"/>
                <a:ext cx="9144000" cy="1396425"/>
                <a:chOff x="12075" y="212050"/>
                <a:chExt cx="9144000" cy="1396425"/>
              </a:xfrm>
            </p:grpSpPr>
            <p:cxnSp>
              <p:nvCxnSpPr>
                <p:cNvPr id="188" name="Google Shape;188;p5"/>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89" name="Google Shape;189;p5"/>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90" name="Google Shape;190;p5"/>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91" name="Google Shape;191;p5"/>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92" name="Google Shape;192;p5"/>
              <p:cNvGrpSpPr/>
              <p:nvPr/>
            </p:nvGrpSpPr>
            <p:grpSpPr>
              <a:xfrm>
                <a:off x="12075" y="3935800"/>
                <a:ext cx="9144000" cy="930950"/>
                <a:chOff x="12075" y="212050"/>
                <a:chExt cx="9144000" cy="930950"/>
              </a:xfrm>
            </p:grpSpPr>
            <p:cxnSp>
              <p:nvCxnSpPr>
                <p:cNvPr id="193" name="Google Shape;193;p5"/>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94" name="Google Shape;194;p5"/>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5"/>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96" name="Google Shape;196;p5"/>
            <p:cNvGrpSpPr/>
            <p:nvPr/>
          </p:nvGrpSpPr>
          <p:grpSpPr>
            <a:xfrm>
              <a:off x="213575" y="-171451"/>
              <a:ext cx="8855100" cy="5467198"/>
              <a:chOff x="213575" y="-171451"/>
              <a:chExt cx="8855100" cy="5467198"/>
            </a:xfrm>
          </p:grpSpPr>
          <p:grpSp>
            <p:nvGrpSpPr>
              <p:cNvPr id="197" name="Google Shape;197;p5"/>
              <p:cNvGrpSpPr/>
              <p:nvPr/>
            </p:nvGrpSpPr>
            <p:grpSpPr>
              <a:xfrm rot="5400000">
                <a:off x="-192674" y="234798"/>
                <a:ext cx="5467198" cy="4654700"/>
                <a:chOff x="12075" y="444775"/>
                <a:chExt cx="9144000" cy="4654700"/>
              </a:xfrm>
            </p:grpSpPr>
            <p:grpSp>
              <p:nvGrpSpPr>
                <p:cNvPr id="198" name="Google Shape;198;p5"/>
                <p:cNvGrpSpPr/>
                <p:nvPr/>
              </p:nvGrpSpPr>
              <p:grpSpPr>
                <a:xfrm>
                  <a:off x="12075" y="444775"/>
                  <a:ext cx="9144000" cy="1396425"/>
                  <a:chOff x="12075" y="444775"/>
                  <a:chExt cx="9144000" cy="1396425"/>
                </a:xfrm>
              </p:grpSpPr>
              <p:cxnSp>
                <p:nvCxnSpPr>
                  <p:cNvPr id="199" name="Google Shape;199;p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00" name="Google Shape;200;p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01" name="Google Shape;201;p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02" name="Google Shape;202;p5"/>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203" name="Google Shape;203;p5"/>
                <p:cNvGrpSpPr/>
                <p:nvPr/>
              </p:nvGrpSpPr>
              <p:grpSpPr>
                <a:xfrm>
                  <a:off x="12075" y="2306650"/>
                  <a:ext cx="9144000" cy="1396425"/>
                  <a:chOff x="12075" y="444775"/>
                  <a:chExt cx="9144000" cy="1396425"/>
                </a:xfrm>
              </p:grpSpPr>
              <p:cxnSp>
                <p:nvCxnSpPr>
                  <p:cNvPr id="204" name="Google Shape;204;p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05" name="Google Shape;205;p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06" name="Google Shape;206;p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07" name="Google Shape;207;p5"/>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208" name="Google Shape;208;p5"/>
                <p:cNvGrpSpPr/>
                <p:nvPr/>
              </p:nvGrpSpPr>
              <p:grpSpPr>
                <a:xfrm>
                  <a:off x="12075" y="4168525"/>
                  <a:ext cx="9144000" cy="930950"/>
                  <a:chOff x="12075" y="444775"/>
                  <a:chExt cx="9144000" cy="930950"/>
                </a:xfrm>
              </p:grpSpPr>
              <p:cxnSp>
                <p:nvCxnSpPr>
                  <p:cNvPr id="209" name="Google Shape;209;p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10" name="Google Shape;210;p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11" name="Google Shape;211;p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212" name="Google Shape;212;p5"/>
              <p:cNvGrpSpPr/>
              <p:nvPr/>
            </p:nvGrpSpPr>
            <p:grpSpPr>
              <a:xfrm rot="5400000">
                <a:off x="4473201" y="700273"/>
                <a:ext cx="5467198" cy="3723750"/>
                <a:chOff x="12075" y="1375725"/>
                <a:chExt cx="9144000" cy="3723750"/>
              </a:xfrm>
            </p:grpSpPr>
            <p:grpSp>
              <p:nvGrpSpPr>
                <p:cNvPr id="213" name="Google Shape;213;p5"/>
                <p:cNvGrpSpPr/>
                <p:nvPr/>
              </p:nvGrpSpPr>
              <p:grpSpPr>
                <a:xfrm>
                  <a:off x="12075" y="1375725"/>
                  <a:ext cx="9144000" cy="465475"/>
                  <a:chOff x="12075" y="1375725"/>
                  <a:chExt cx="9144000" cy="465475"/>
                </a:xfrm>
              </p:grpSpPr>
              <p:cxnSp>
                <p:nvCxnSpPr>
                  <p:cNvPr id="214" name="Google Shape;214;p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15" name="Google Shape;215;p5"/>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216" name="Google Shape;216;p5"/>
                <p:cNvGrpSpPr/>
                <p:nvPr/>
              </p:nvGrpSpPr>
              <p:grpSpPr>
                <a:xfrm>
                  <a:off x="12075" y="2306650"/>
                  <a:ext cx="9144000" cy="1396425"/>
                  <a:chOff x="12075" y="444775"/>
                  <a:chExt cx="9144000" cy="1396425"/>
                </a:xfrm>
              </p:grpSpPr>
              <p:cxnSp>
                <p:nvCxnSpPr>
                  <p:cNvPr id="217" name="Google Shape;217;p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18" name="Google Shape;218;p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19" name="Google Shape;219;p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20" name="Google Shape;220;p5"/>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221" name="Google Shape;221;p5"/>
                <p:cNvGrpSpPr/>
                <p:nvPr/>
              </p:nvGrpSpPr>
              <p:grpSpPr>
                <a:xfrm>
                  <a:off x="12075" y="4168525"/>
                  <a:ext cx="9144000" cy="930950"/>
                  <a:chOff x="12075" y="444775"/>
                  <a:chExt cx="9144000" cy="930950"/>
                </a:xfrm>
              </p:grpSpPr>
              <p:cxnSp>
                <p:nvCxnSpPr>
                  <p:cNvPr id="222" name="Google Shape;222;p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23" name="Google Shape;223;p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24" name="Google Shape;224;p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grpSp>
        <p:nvGrpSpPr>
          <p:cNvPr id="225" name="Google Shape;225;p5"/>
          <p:cNvGrpSpPr/>
          <p:nvPr/>
        </p:nvGrpSpPr>
        <p:grpSpPr>
          <a:xfrm>
            <a:off x="-7" y="167200"/>
            <a:ext cx="8952587" cy="4867172"/>
            <a:chOff x="-7" y="167200"/>
            <a:chExt cx="8952587" cy="4867172"/>
          </a:xfrm>
        </p:grpSpPr>
        <p:grpSp>
          <p:nvGrpSpPr>
            <p:cNvPr id="226" name="Google Shape;226;p5"/>
            <p:cNvGrpSpPr/>
            <p:nvPr/>
          </p:nvGrpSpPr>
          <p:grpSpPr>
            <a:xfrm>
              <a:off x="7519182" y="4467918"/>
              <a:ext cx="1433398" cy="566454"/>
              <a:chOff x="7519182" y="4467918"/>
              <a:chExt cx="1433398" cy="566454"/>
            </a:xfrm>
          </p:grpSpPr>
          <p:sp>
            <p:nvSpPr>
              <p:cNvPr id="227" name="Google Shape;227;p5"/>
              <p:cNvSpPr/>
              <p:nvPr/>
            </p:nvSpPr>
            <p:spPr>
              <a:xfrm>
                <a:off x="8561631" y="4643609"/>
                <a:ext cx="390949" cy="390763"/>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7519182" y="4467918"/>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 name="Google Shape;229;p5"/>
            <p:cNvGrpSpPr/>
            <p:nvPr/>
          </p:nvGrpSpPr>
          <p:grpSpPr>
            <a:xfrm>
              <a:off x="-7" y="167200"/>
              <a:ext cx="1266969" cy="226225"/>
              <a:chOff x="-7" y="167200"/>
              <a:chExt cx="1266969" cy="226225"/>
            </a:xfrm>
          </p:grpSpPr>
          <p:sp>
            <p:nvSpPr>
              <p:cNvPr id="230" name="Google Shape;230;p5"/>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2" name="Google Shape;232;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3" name="Google Shape;233;p5"/>
          <p:cNvSpPr txBox="1"/>
          <p:nvPr>
            <p:ph idx="1" type="subTitle"/>
          </p:nvPr>
        </p:nvSpPr>
        <p:spPr>
          <a:xfrm>
            <a:off x="5055284" y="3771424"/>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34" name="Google Shape;234;p5"/>
          <p:cNvSpPr txBox="1"/>
          <p:nvPr>
            <p:ph idx="2" type="subTitle"/>
          </p:nvPr>
        </p:nvSpPr>
        <p:spPr>
          <a:xfrm>
            <a:off x="1583300" y="3771424"/>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35" name="Google Shape;235;p5"/>
          <p:cNvSpPr txBox="1"/>
          <p:nvPr>
            <p:ph idx="3" type="subTitle"/>
          </p:nvPr>
        </p:nvSpPr>
        <p:spPr>
          <a:xfrm>
            <a:off x="5055275" y="327492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236" name="Google Shape;236;p5"/>
          <p:cNvSpPr txBox="1"/>
          <p:nvPr>
            <p:ph idx="4" type="subTitle"/>
          </p:nvPr>
        </p:nvSpPr>
        <p:spPr>
          <a:xfrm>
            <a:off x="1583075" y="327492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7" name="Shape 237"/>
        <p:cNvGrpSpPr/>
        <p:nvPr/>
      </p:nvGrpSpPr>
      <p:grpSpPr>
        <a:xfrm>
          <a:off x="0" y="0"/>
          <a:ext cx="0" cy="0"/>
          <a:chOff x="0" y="0"/>
          <a:chExt cx="0" cy="0"/>
        </a:xfrm>
      </p:grpSpPr>
      <p:grpSp>
        <p:nvGrpSpPr>
          <p:cNvPr id="238" name="Google Shape;238;p6"/>
          <p:cNvGrpSpPr/>
          <p:nvPr/>
        </p:nvGrpSpPr>
        <p:grpSpPr>
          <a:xfrm flipH="1">
            <a:off x="0" y="-161849"/>
            <a:ext cx="9144000" cy="5467198"/>
            <a:chOff x="0" y="-171451"/>
            <a:chExt cx="9144000" cy="5467198"/>
          </a:xfrm>
        </p:grpSpPr>
        <p:grpSp>
          <p:nvGrpSpPr>
            <p:cNvPr id="239" name="Google Shape;239;p6"/>
            <p:cNvGrpSpPr/>
            <p:nvPr/>
          </p:nvGrpSpPr>
          <p:grpSpPr>
            <a:xfrm>
              <a:off x="0" y="135850"/>
              <a:ext cx="9144000" cy="4654700"/>
              <a:chOff x="12075" y="212050"/>
              <a:chExt cx="9144000" cy="4654700"/>
            </a:xfrm>
          </p:grpSpPr>
          <p:grpSp>
            <p:nvGrpSpPr>
              <p:cNvPr id="240" name="Google Shape;240;p6"/>
              <p:cNvGrpSpPr/>
              <p:nvPr/>
            </p:nvGrpSpPr>
            <p:grpSpPr>
              <a:xfrm>
                <a:off x="12075" y="212050"/>
                <a:ext cx="9144000" cy="1396425"/>
                <a:chOff x="12075" y="212050"/>
                <a:chExt cx="9144000" cy="1396425"/>
              </a:xfrm>
            </p:grpSpPr>
            <p:cxnSp>
              <p:nvCxnSpPr>
                <p:cNvPr id="241" name="Google Shape;241;p6"/>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42" name="Google Shape;242;p6"/>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43" name="Google Shape;243;p6"/>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44" name="Google Shape;244;p6"/>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245" name="Google Shape;245;p6"/>
              <p:cNvGrpSpPr/>
              <p:nvPr/>
            </p:nvGrpSpPr>
            <p:grpSpPr>
              <a:xfrm>
                <a:off x="12075" y="2073925"/>
                <a:ext cx="9144000" cy="1396425"/>
                <a:chOff x="12075" y="212050"/>
                <a:chExt cx="9144000" cy="1396425"/>
              </a:xfrm>
            </p:grpSpPr>
            <p:cxnSp>
              <p:nvCxnSpPr>
                <p:cNvPr id="246" name="Google Shape;246;p6"/>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47" name="Google Shape;247;p6"/>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48" name="Google Shape;248;p6"/>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49" name="Google Shape;249;p6"/>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250" name="Google Shape;250;p6"/>
              <p:cNvGrpSpPr/>
              <p:nvPr/>
            </p:nvGrpSpPr>
            <p:grpSpPr>
              <a:xfrm>
                <a:off x="12075" y="3935800"/>
                <a:ext cx="9144000" cy="930950"/>
                <a:chOff x="12075" y="212050"/>
                <a:chExt cx="9144000" cy="930950"/>
              </a:xfrm>
            </p:grpSpPr>
            <p:cxnSp>
              <p:nvCxnSpPr>
                <p:cNvPr id="251" name="Google Shape;251;p6"/>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52" name="Google Shape;252;p6"/>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53" name="Google Shape;253;p6"/>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254" name="Google Shape;254;p6"/>
            <p:cNvGrpSpPr/>
            <p:nvPr/>
          </p:nvGrpSpPr>
          <p:grpSpPr>
            <a:xfrm>
              <a:off x="213575" y="-171451"/>
              <a:ext cx="8855100" cy="5467198"/>
              <a:chOff x="213575" y="-171451"/>
              <a:chExt cx="8855100" cy="5467198"/>
            </a:xfrm>
          </p:grpSpPr>
          <p:grpSp>
            <p:nvGrpSpPr>
              <p:cNvPr id="255" name="Google Shape;255;p6"/>
              <p:cNvGrpSpPr/>
              <p:nvPr/>
            </p:nvGrpSpPr>
            <p:grpSpPr>
              <a:xfrm rot="5400000">
                <a:off x="-192674" y="234798"/>
                <a:ext cx="5467198" cy="4654700"/>
                <a:chOff x="12075" y="444775"/>
                <a:chExt cx="9144000" cy="4654700"/>
              </a:xfrm>
            </p:grpSpPr>
            <p:grpSp>
              <p:nvGrpSpPr>
                <p:cNvPr id="256" name="Google Shape;256;p6"/>
                <p:cNvGrpSpPr/>
                <p:nvPr/>
              </p:nvGrpSpPr>
              <p:grpSpPr>
                <a:xfrm>
                  <a:off x="12075" y="444775"/>
                  <a:ext cx="9144000" cy="1396425"/>
                  <a:chOff x="12075" y="444775"/>
                  <a:chExt cx="9144000" cy="1396425"/>
                </a:xfrm>
              </p:grpSpPr>
              <p:cxnSp>
                <p:nvCxnSpPr>
                  <p:cNvPr id="257" name="Google Shape;257;p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58" name="Google Shape;258;p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59" name="Google Shape;259;p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60" name="Google Shape;260;p6"/>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261" name="Google Shape;261;p6"/>
                <p:cNvGrpSpPr/>
                <p:nvPr/>
              </p:nvGrpSpPr>
              <p:grpSpPr>
                <a:xfrm>
                  <a:off x="12075" y="2306650"/>
                  <a:ext cx="9144000" cy="1396425"/>
                  <a:chOff x="12075" y="444775"/>
                  <a:chExt cx="9144000" cy="1396425"/>
                </a:xfrm>
              </p:grpSpPr>
              <p:cxnSp>
                <p:nvCxnSpPr>
                  <p:cNvPr id="262" name="Google Shape;262;p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63" name="Google Shape;263;p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64" name="Google Shape;264;p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65" name="Google Shape;265;p6"/>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266" name="Google Shape;266;p6"/>
                <p:cNvGrpSpPr/>
                <p:nvPr/>
              </p:nvGrpSpPr>
              <p:grpSpPr>
                <a:xfrm>
                  <a:off x="12075" y="4168525"/>
                  <a:ext cx="9144000" cy="930950"/>
                  <a:chOff x="12075" y="444775"/>
                  <a:chExt cx="9144000" cy="930950"/>
                </a:xfrm>
              </p:grpSpPr>
              <p:cxnSp>
                <p:nvCxnSpPr>
                  <p:cNvPr id="267" name="Google Shape;267;p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68" name="Google Shape;268;p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69" name="Google Shape;269;p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270" name="Google Shape;270;p6"/>
              <p:cNvGrpSpPr/>
              <p:nvPr/>
            </p:nvGrpSpPr>
            <p:grpSpPr>
              <a:xfrm rot="5400000">
                <a:off x="4473201" y="700273"/>
                <a:ext cx="5467198" cy="3723750"/>
                <a:chOff x="12075" y="1375725"/>
                <a:chExt cx="9144000" cy="3723750"/>
              </a:xfrm>
            </p:grpSpPr>
            <p:grpSp>
              <p:nvGrpSpPr>
                <p:cNvPr id="271" name="Google Shape;271;p6"/>
                <p:cNvGrpSpPr/>
                <p:nvPr/>
              </p:nvGrpSpPr>
              <p:grpSpPr>
                <a:xfrm>
                  <a:off x="12075" y="1375725"/>
                  <a:ext cx="9144000" cy="465475"/>
                  <a:chOff x="12075" y="1375725"/>
                  <a:chExt cx="9144000" cy="465475"/>
                </a:xfrm>
              </p:grpSpPr>
              <p:cxnSp>
                <p:nvCxnSpPr>
                  <p:cNvPr id="272" name="Google Shape;272;p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73" name="Google Shape;273;p6"/>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274" name="Google Shape;274;p6"/>
                <p:cNvGrpSpPr/>
                <p:nvPr/>
              </p:nvGrpSpPr>
              <p:grpSpPr>
                <a:xfrm>
                  <a:off x="12075" y="2306650"/>
                  <a:ext cx="9144000" cy="1396425"/>
                  <a:chOff x="12075" y="444775"/>
                  <a:chExt cx="9144000" cy="1396425"/>
                </a:xfrm>
              </p:grpSpPr>
              <p:cxnSp>
                <p:nvCxnSpPr>
                  <p:cNvPr id="275" name="Google Shape;275;p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76" name="Google Shape;276;p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77" name="Google Shape;277;p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78" name="Google Shape;278;p6"/>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279" name="Google Shape;279;p6"/>
                <p:cNvGrpSpPr/>
                <p:nvPr/>
              </p:nvGrpSpPr>
              <p:grpSpPr>
                <a:xfrm>
                  <a:off x="12075" y="4168525"/>
                  <a:ext cx="9144000" cy="930950"/>
                  <a:chOff x="12075" y="444775"/>
                  <a:chExt cx="9144000" cy="930950"/>
                </a:xfrm>
              </p:grpSpPr>
              <p:cxnSp>
                <p:nvCxnSpPr>
                  <p:cNvPr id="280" name="Google Shape;280;p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81" name="Google Shape;281;p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282" name="Google Shape;282;p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sp>
        <p:nvSpPr>
          <p:cNvPr id="283" name="Google Shape;283;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284" name="Google Shape;284;p6"/>
          <p:cNvGrpSpPr/>
          <p:nvPr/>
        </p:nvGrpSpPr>
        <p:grpSpPr>
          <a:xfrm>
            <a:off x="141641" y="92498"/>
            <a:ext cx="8827868" cy="4945088"/>
            <a:chOff x="141641" y="92498"/>
            <a:chExt cx="8827868" cy="4945088"/>
          </a:xfrm>
        </p:grpSpPr>
        <p:grpSp>
          <p:nvGrpSpPr>
            <p:cNvPr id="285" name="Google Shape;285;p6"/>
            <p:cNvGrpSpPr/>
            <p:nvPr/>
          </p:nvGrpSpPr>
          <p:grpSpPr>
            <a:xfrm>
              <a:off x="8918459" y="243592"/>
              <a:ext cx="51049" cy="774142"/>
              <a:chOff x="8211712" y="2037146"/>
              <a:chExt cx="34742" cy="526950"/>
            </a:xfrm>
          </p:grpSpPr>
          <p:sp>
            <p:nvSpPr>
              <p:cNvPr id="286" name="Google Shape;286;p6"/>
              <p:cNvSpPr/>
              <p:nvPr/>
            </p:nvSpPr>
            <p:spPr>
              <a:xfrm>
                <a:off x="8211712" y="2037146"/>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6"/>
              <p:cNvSpPr/>
              <p:nvPr/>
            </p:nvSpPr>
            <p:spPr>
              <a:xfrm>
                <a:off x="8211712" y="2116302"/>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6"/>
              <p:cNvSpPr/>
              <p:nvPr/>
            </p:nvSpPr>
            <p:spPr>
              <a:xfrm>
                <a:off x="8211712" y="2195458"/>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6"/>
              <p:cNvSpPr/>
              <p:nvPr/>
            </p:nvSpPr>
            <p:spPr>
              <a:xfrm>
                <a:off x="8211712" y="2274614"/>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6"/>
              <p:cNvSpPr/>
              <p:nvPr/>
            </p:nvSpPr>
            <p:spPr>
              <a:xfrm>
                <a:off x="8211712" y="2353770"/>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
              <p:cNvSpPr/>
              <p:nvPr/>
            </p:nvSpPr>
            <p:spPr>
              <a:xfrm>
                <a:off x="8211712" y="2432927"/>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8211712" y="2512083"/>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6"/>
            <p:cNvGrpSpPr/>
            <p:nvPr/>
          </p:nvGrpSpPr>
          <p:grpSpPr>
            <a:xfrm>
              <a:off x="173907" y="4750539"/>
              <a:ext cx="291257" cy="287046"/>
              <a:chOff x="5456048" y="1794743"/>
              <a:chExt cx="178248" cy="175682"/>
            </a:xfrm>
          </p:grpSpPr>
          <p:sp>
            <p:nvSpPr>
              <p:cNvPr id="294" name="Google Shape;294;p6"/>
              <p:cNvSpPr/>
              <p:nvPr/>
            </p:nvSpPr>
            <p:spPr>
              <a:xfrm>
                <a:off x="5456048" y="1794743"/>
                <a:ext cx="178248" cy="175682"/>
              </a:xfrm>
              <a:custGeom>
                <a:rect b="b" l="l" r="r" t="t"/>
                <a:pathLst>
                  <a:path extrusionOk="0" h="1780" w="1806">
                    <a:moveTo>
                      <a:pt x="277" y="0"/>
                    </a:moveTo>
                    <a:lnTo>
                      <a:pt x="1" y="276"/>
                    </a:lnTo>
                    <a:lnTo>
                      <a:pt x="1530" y="1780"/>
                    </a:lnTo>
                    <a:lnTo>
                      <a:pt x="1805" y="1504"/>
                    </a:lnTo>
                    <a:lnTo>
                      <a:pt x="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6"/>
              <p:cNvSpPr/>
              <p:nvPr/>
            </p:nvSpPr>
            <p:spPr>
              <a:xfrm>
                <a:off x="5456048" y="1794743"/>
                <a:ext cx="178248" cy="175682"/>
              </a:xfrm>
              <a:custGeom>
                <a:rect b="b" l="l" r="r" t="t"/>
                <a:pathLst>
                  <a:path extrusionOk="0" h="1780" w="1806">
                    <a:moveTo>
                      <a:pt x="1505" y="0"/>
                    </a:moveTo>
                    <a:lnTo>
                      <a:pt x="1" y="1504"/>
                    </a:lnTo>
                    <a:lnTo>
                      <a:pt x="302" y="1780"/>
                    </a:lnTo>
                    <a:lnTo>
                      <a:pt x="1805" y="276"/>
                    </a:lnTo>
                    <a:lnTo>
                      <a:pt x="15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6" name="Google Shape;296;p6"/>
            <p:cNvSpPr/>
            <p:nvPr/>
          </p:nvSpPr>
          <p:spPr>
            <a:xfrm rot="-123321">
              <a:off x="144300" y="113150"/>
              <a:ext cx="1018402" cy="166548"/>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6"/>
            <p:cNvSpPr/>
            <p:nvPr/>
          </p:nvSpPr>
          <p:spPr>
            <a:xfrm>
              <a:off x="8639763" y="92498"/>
              <a:ext cx="207956" cy="207857"/>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8" name="Shape 298"/>
        <p:cNvGrpSpPr/>
        <p:nvPr/>
      </p:nvGrpSpPr>
      <p:grpSpPr>
        <a:xfrm>
          <a:off x="0" y="0"/>
          <a:ext cx="0" cy="0"/>
          <a:chOff x="0" y="0"/>
          <a:chExt cx="0" cy="0"/>
        </a:xfrm>
      </p:grpSpPr>
      <p:grpSp>
        <p:nvGrpSpPr>
          <p:cNvPr id="299" name="Google Shape;299;p7"/>
          <p:cNvGrpSpPr/>
          <p:nvPr/>
        </p:nvGrpSpPr>
        <p:grpSpPr>
          <a:xfrm flipH="1">
            <a:off x="0" y="-161849"/>
            <a:ext cx="9144000" cy="5467198"/>
            <a:chOff x="0" y="-171451"/>
            <a:chExt cx="9144000" cy="5467198"/>
          </a:xfrm>
        </p:grpSpPr>
        <p:grpSp>
          <p:nvGrpSpPr>
            <p:cNvPr id="300" name="Google Shape;300;p7"/>
            <p:cNvGrpSpPr/>
            <p:nvPr/>
          </p:nvGrpSpPr>
          <p:grpSpPr>
            <a:xfrm>
              <a:off x="0" y="135850"/>
              <a:ext cx="9144000" cy="4654700"/>
              <a:chOff x="12075" y="212050"/>
              <a:chExt cx="9144000" cy="4654700"/>
            </a:xfrm>
          </p:grpSpPr>
          <p:grpSp>
            <p:nvGrpSpPr>
              <p:cNvPr id="301" name="Google Shape;301;p7"/>
              <p:cNvGrpSpPr/>
              <p:nvPr/>
            </p:nvGrpSpPr>
            <p:grpSpPr>
              <a:xfrm>
                <a:off x="12075" y="212050"/>
                <a:ext cx="9144000" cy="1396425"/>
                <a:chOff x="12075" y="212050"/>
                <a:chExt cx="9144000" cy="1396425"/>
              </a:xfrm>
            </p:grpSpPr>
            <p:cxnSp>
              <p:nvCxnSpPr>
                <p:cNvPr id="302" name="Google Shape;302;p7"/>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03" name="Google Shape;303;p7"/>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04" name="Google Shape;304;p7"/>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05" name="Google Shape;305;p7"/>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06" name="Google Shape;306;p7"/>
              <p:cNvGrpSpPr/>
              <p:nvPr/>
            </p:nvGrpSpPr>
            <p:grpSpPr>
              <a:xfrm>
                <a:off x="12075" y="2073925"/>
                <a:ext cx="9144000" cy="1396425"/>
                <a:chOff x="12075" y="212050"/>
                <a:chExt cx="9144000" cy="1396425"/>
              </a:xfrm>
            </p:grpSpPr>
            <p:cxnSp>
              <p:nvCxnSpPr>
                <p:cNvPr id="307" name="Google Shape;307;p7"/>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08" name="Google Shape;308;p7"/>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09" name="Google Shape;309;p7"/>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10" name="Google Shape;310;p7"/>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11" name="Google Shape;311;p7"/>
              <p:cNvGrpSpPr/>
              <p:nvPr/>
            </p:nvGrpSpPr>
            <p:grpSpPr>
              <a:xfrm>
                <a:off x="12075" y="3935800"/>
                <a:ext cx="9144000" cy="930950"/>
                <a:chOff x="12075" y="212050"/>
                <a:chExt cx="9144000" cy="930950"/>
              </a:xfrm>
            </p:grpSpPr>
            <p:cxnSp>
              <p:nvCxnSpPr>
                <p:cNvPr id="312" name="Google Shape;312;p7"/>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13" name="Google Shape;313;p7"/>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14" name="Google Shape;314;p7"/>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315" name="Google Shape;315;p7"/>
            <p:cNvGrpSpPr/>
            <p:nvPr/>
          </p:nvGrpSpPr>
          <p:grpSpPr>
            <a:xfrm>
              <a:off x="213575" y="-171451"/>
              <a:ext cx="8855100" cy="5467198"/>
              <a:chOff x="213575" y="-171451"/>
              <a:chExt cx="8855100" cy="5467198"/>
            </a:xfrm>
          </p:grpSpPr>
          <p:grpSp>
            <p:nvGrpSpPr>
              <p:cNvPr id="316" name="Google Shape;316;p7"/>
              <p:cNvGrpSpPr/>
              <p:nvPr/>
            </p:nvGrpSpPr>
            <p:grpSpPr>
              <a:xfrm rot="5400000">
                <a:off x="-192674" y="234798"/>
                <a:ext cx="5467198" cy="4654700"/>
                <a:chOff x="12075" y="444775"/>
                <a:chExt cx="9144000" cy="4654700"/>
              </a:xfrm>
            </p:grpSpPr>
            <p:grpSp>
              <p:nvGrpSpPr>
                <p:cNvPr id="317" name="Google Shape;317;p7"/>
                <p:cNvGrpSpPr/>
                <p:nvPr/>
              </p:nvGrpSpPr>
              <p:grpSpPr>
                <a:xfrm>
                  <a:off x="12075" y="444775"/>
                  <a:ext cx="9144000" cy="1396425"/>
                  <a:chOff x="12075" y="444775"/>
                  <a:chExt cx="9144000" cy="1396425"/>
                </a:xfrm>
              </p:grpSpPr>
              <p:cxnSp>
                <p:nvCxnSpPr>
                  <p:cNvPr id="318" name="Google Shape;318;p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19" name="Google Shape;319;p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20" name="Google Shape;320;p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21" name="Google Shape;321;p7"/>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22" name="Google Shape;322;p7"/>
                <p:cNvGrpSpPr/>
                <p:nvPr/>
              </p:nvGrpSpPr>
              <p:grpSpPr>
                <a:xfrm>
                  <a:off x="12075" y="2306650"/>
                  <a:ext cx="9144000" cy="1396425"/>
                  <a:chOff x="12075" y="444775"/>
                  <a:chExt cx="9144000" cy="1396425"/>
                </a:xfrm>
              </p:grpSpPr>
              <p:cxnSp>
                <p:nvCxnSpPr>
                  <p:cNvPr id="323" name="Google Shape;323;p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24" name="Google Shape;324;p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25" name="Google Shape;325;p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26" name="Google Shape;326;p7"/>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27" name="Google Shape;327;p7"/>
                <p:cNvGrpSpPr/>
                <p:nvPr/>
              </p:nvGrpSpPr>
              <p:grpSpPr>
                <a:xfrm>
                  <a:off x="12075" y="4168525"/>
                  <a:ext cx="9144000" cy="930950"/>
                  <a:chOff x="12075" y="444775"/>
                  <a:chExt cx="9144000" cy="930950"/>
                </a:xfrm>
              </p:grpSpPr>
              <p:cxnSp>
                <p:nvCxnSpPr>
                  <p:cNvPr id="328" name="Google Shape;328;p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29" name="Google Shape;329;p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30" name="Google Shape;330;p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331" name="Google Shape;331;p7"/>
              <p:cNvGrpSpPr/>
              <p:nvPr/>
            </p:nvGrpSpPr>
            <p:grpSpPr>
              <a:xfrm rot="5400000">
                <a:off x="4473201" y="700273"/>
                <a:ext cx="5467198" cy="3723750"/>
                <a:chOff x="12075" y="1375725"/>
                <a:chExt cx="9144000" cy="3723750"/>
              </a:xfrm>
            </p:grpSpPr>
            <p:grpSp>
              <p:nvGrpSpPr>
                <p:cNvPr id="332" name="Google Shape;332;p7"/>
                <p:cNvGrpSpPr/>
                <p:nvPr/>
              </p:nvGrpSpPr>
              <p:grpSpPr>
                <a:xfrm>
                  <a:off x="12075" y="1375725"/>
                  <a:ext cx="9144000" cy="465475"/>
                  <a:chOff x="12075" y="1375725"/>
                  <a:chExt cx="9144000" cy="465475"/>
                </a:xfrm>
              </p:grpSpPr>
              <p:cxnSp>
                <p:nvCxnSpPr>
                  <p:cNvPr id="333" name="Google Shape;333;p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34" name="Google Shape;334;p7"/>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35" name="Google Shape;335;p7"/>
                <p:cNvGrpSpPr/>
                <p:nvPr/>
              </p:nvGrpSpPr>
              <p:grpSpPr>
                <a:xfrm>
                  <a:off x="12075" y="2306650"/>
                  <a:ext cx="9144000" cy="1396425"/>
                  <a:chOff x="12075" y="444775"/>
                  <a:chExt cx="9144000" cy="1396425"/>
                </a:xfrm>
              </p:grpSpPr>
              <p:cxnSp>
                <p:nvCxnSpPr>
                  <p:cNvPr id="336" name="Google Shape;336;p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37" name="Google Shape;337;p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38" name="Google Shape;338;p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39" name="Google Shape;339;p7"/>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40" name="Google Shape;340;p7"/>
                <p:cNvGrpSpPr/>
                <p:nvPr/>
              </p:nvGrpSpPr>
              <p:grpSpPr>
                <a:xfrm>
                  <a:off x="12075" y="4168525"/>
                  <a:ext cx="9144000" cy="930950"/>
                  <a:chOff x="12075" y="444775"/>
                  <a:chExt cx="9144000" cy="930950"/>
                </a:xfrm>
              </p:grpSpPr>
              <p:cxnSp>
                <p:nvCxnSpPr>
                  <p:cNvPr id="341" name="Google Shape;341;p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42" name="Google Shape;342;p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43" name="Google Shape;343;p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sp>
        <p:nvSpPr>
          <p:cNvPr id="344" name="Google Shape;344;p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45" name="Google Shape;345;p7"/>
          <p:cNvSpPr txBox="1"/>
          <p:nvPr>
            <p:ph idx="1" type="subTitle"/>
          </p:nvPr>
        </p:nvSpPr>
        <p:spPr>
          <a:xfrm>
            <a:off x="720000" y="1700300"/>
            <a:ext cx="3916800" cy="2298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3"/>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grpSp>
        <p:nvGrpSpPr>
          <p:cNvPr id="346" name="Google Shape;346;p7"/>
          <p:cNvGrpSpPr/>
          <p:nvPr/>
        </p:nvGrpSpPr>
        <p:grpSpPr>
          <a:xfrm>
            <a:off x="-7" y="167200"/>
            <a:ext cx="8952587" cy="4867172"/>
            <a:chOff x="-7" y="167200"/>
            <a:chExt cx="8952587" cy="4867172"/>
          </a:xfrm>
        </p:grpSpPr>
        <p:grpSp>
          <p:nvGrpSpPr>
            <p:cNvPr id="347" name="Google Shape;347;p7"/>
            <p:cNvGrpSpPr/>
            <p:nvPr/>
          </p:nvGrpSpPr>
          <p:grpSpPr>
            <a:xfrm>
              <a:off x="-7" y="167200"/>
              <a:ext cx="1266969" cy="226225"/>
              <a:chOff x="-7" y="167200"/>
              <a:chExt cx="1266969" cy="226225"/>
            </a:xfrm>
          </p:grpSpPr>
          <p:sp>
            <p:nvSpPr>
              <p:cNvPr id="348" name="Google Shape;348;p7"/>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7"/>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 name="Google Shape;350;p7"/>
            <p:cNvGrpSpPr/>
            <p:nvPr/>
          </p:nvGrpSpPr>
          <p:grpSpPr>
            <a:xfrm>
              <a:off x="7519182" y="4467918"/>
              <a:ext cx="1433398" cy="566454"/>
              <a:chOff x="7519182" y="4467918"/>
              <a:chExt cx="1433398" cy="566454"/>
            </a:xfrm>
          </p:grpSpPr>
          <p:sp>
            <p:nvSpPr>
              <p:cNvPr id="351" name="Google Shape;351;p7"/>
              <p:cNvSpPr/>
              <p:nvPr/>
            </p:nvSpPr>
            <p:spPr>
              <a:xfrm>
                <a:off x="8561631" y="4643609"/>
                <a:ext cx="390949" cy="390763"/>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7"/>
              <p:cNvSpPr/>
              <p:nvPr/>
            </p:nvSpPr>
            <p:spPr>
              <a:xfrm>
                <a:off x="7519182" y="4467918"/>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3" name="Shape 353"/>
        <p:cNvGrpSpPr/>
        <p:nvPr/>
      </p:nvGrpSpPr>
      <p:grpSpPr>
        <a:xfrm>
          <a:off x="0" y="0"/>
          <a:ext cx="0" cy="0"/>
          <a:chOff x="0" y="0"/>
          <a:chExt cx="0" cy="0"/>
        </a:xfrm>
      </p:grpSpPr>
      <p:grpSp>
        <p:nvGrpSpPr>
          <p:cNvPr id="354" name="Google Shape;354;p8"/>
          <p:cNvGrpSpPr/>
          <p:nvPr/>
        </p:nvGrpSpPr>
        <p:grpSpPr>
          <a:xfrm flipH="1">
            <a:off x="0" y="-161849"/>
            <a:ext cx="9144000" cy="5467198"/>
            <a:chOff x="0" y="-171451"/>
            <a:chExt cx="9144000" cy="5467198"/>
          </a:xfrm>
        </p:grpSpPr>
        <p:grpSp>
          <p:nvGrpSpPr>
            <p:cNvPr id="355" name="Google Shape;355;p8"/>
            <p:cNvGrpSpPr/>
            <p:nvPr/>
          </p:nvGrpSpPr>
          <p:grpSpPr>
            <a:xfrm>
              <a:off x="0" y="135850"/>
              <a:ext cx="9144000" cy="4654700"/>
              <a:chOff x="12075" y="212050"/>
              <a:chExt cx="9144000" cy="4654700"/>
            </a:xfrm>
          </p:grpSpPr>
          <p:grpSp>
            <p:nvGrpSpPr>
              <p:cNvPr id="356" name="Google Shape;356;p8"/>
              <p:cNvGrpSpPr/>
              <p:nvPr/>
            </p:nvGrpSpPr>
            <p:grpSpPr>
              <a:xfrm>
                <a:off x="12075" y="212050"/>
                <a:ext cx="9144000" cy="1396425"/>
                <a:chOff x="12075" y="212050"/>
                <a:chExt cx="9144000" cy="1396425"/>
              </a:xfrm>
            </p:grpSpPr>
            <p:cxnSp>
              <p:nvCxnSpPr>
                <p:cNvPr id="357" name="Google Shape;357;p8"/>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58" name="Google Shape;358;p8"/>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59" name="Google Shape;359;p8"/>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60" name="Google Shape;360;p8"/>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61" name="Google Shape;361;p8"/>
              <p:cNvGrpSpPr/>
              <p:nvPr/>
            </p:nvGrpSpPr>
            <p:grpSpPr>
              <a:xfrm>
                <a:off x="12075" y="2073925"/>
                <a:ext cx="9144000" cy="1396425"/>
                <a:chOff x="12075" y="212050"/>
                <a:chExt cx="9144000" cy="1396425"/>
              </a:xfrm>
            </p:grpSpPr>
            <p:cxnSp>
              <p:nvCxnSpPr>
                <p:cNvPr id="362" name="Google Shape;362;p8"/>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63" name="Google Shape;363;p8"/>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64" name="Google Shape;364;p8"/>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65" name="Google Shape;365;p8"/>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66" name="Google Shape;366;p8"/>
              <p:cNvGrpSpPr/>
              <p:nvPr/>
            </p:nvGrpSpPr>
            <p:grpSpPr>
              <a:xfrm>
                <a:off x="12075" y="3935800"/>
                <a:ext cx="9144000" cy="930950"/>
                <a:chOff x="12075" y="212050"/>
                <a:chExt cx="9144000" cy="930950"/>
              </a:xfrm>
            </p:grpSpPr>
            <p:cxnSp>
              <p:nvCxnSpPr>
                <p:cNvPr id="367" name="Google Shape;367;p8"/>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68" name="Google Shape;368;p8"/>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69" name="Google Shape;369;p8"/>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370" name="Google Shape;370;p8"/>
            <p:cNvGrpSpPr/>
            <p:nvPr/>
          </p:nvGrpSpPr>
          <p:grpSpPr>
            <a:xfrm>
              <a:off x="213575" y="-171451"/>
              <a:ext cx="8855100" cy="5467198"/>
              <a:chOff x="213575" y="-171451"/>
              <a:chExt cx="8855100" cy="5467198"/>
            </a:xfrm>
          </p:grpSpPr>
          <p:grpSp>
            <p:nvGrpSpPr>
              <p:cNvPr id="371" name="Google Shape;371;p8"/>
              <p:cNvGrpSpPr/>
              <p:nvPr/>
            </p:nvGrpSpPr>
            <p:grpSpPr>
              <a:xfrm rot="5400000">
                <a:off x="-192674" y="234798"/>
                <a:ext cx="5467198" cy="4654700"/>
                <a:chOff x="12075" y="444775"/>
                <a:chExt cx="9144000" cy="4654700"/>
              </a:xfrm>
            </p:grpSpPr>
            <p:grpSp>
              <p:nvGrpSpPr>
                <p:cNvPr id="372" name="Google Shape;372;p8"/>
                <p:cNvGrpSpPr/>
                <p:nvPr/>
              </p:nvGrpSpPr>
              <p:grpSpPr>
                <a:xfrm>
                  <a:off x="12075" y="444775"/>
                  <a:ext cx="9144000" cy="1396425"/>
                  <a:chOff x="12075" y="444775"/>
                  <a:chExt cx="9144000" cy="1396425"/>
                </a:xfrm>
              </p:grpSpPr>
              <p:cxnSp>
                <p:nvCxnSpPr>
                  <p:cNvPr id="373" name="Google Shape;373;p8"/>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74" name="Google Shape;374;p8"/>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75" name="Google Shape;375;p8"/>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76" name="Google Shape;376;p8"/>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77" name="Google Shape;377;p8"/>
                <p:cNvGrpSpPr/>
                <p:nvPr/>
              </p:nvGrpSpPr>
              <p:grpSpPr>
                <a:xfrm>
                  <a:off x="12075" y="2306650"/>
                  <a:ext cx="9144000" cy="1396425"/>
                  <a:chOff x="12075" y="444775"/>
                  <a:chExt cx="9144000" cy="1396425"/>
                </a:xfrm>
              </p:grpSpPr>
              <p:cxnSp>
                <p:nvCxnSpPr>
                  <p:cNvPr id="378" name="Google Shape;378;p8"/>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79" name="Google Shape;379;p8"/>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80" name="Google Shape;380;p8"/>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81" name="Google Shape;381;p8"/>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82" name="Google Shape;382;p8"/>
                <p:cNvGrpSpPr/>
                <p:nvPr/>
              </p:nvGrpSpPr>
              <p:grpSpPr>
                <a:xfrm>
                  <a:off x="12075" y="4168525"/>
                  <a:ext cx="9144000" cy="930950"/>
                  <a:chOff x="12075" y="444775"/>
                  <a:chExt cx="9144000" cy="930950"/>
                </a:xfrm>
              </p:grpSpPr>
              <p:cxnSp>
                <p:nvCxnSpPr>
                  <p:cNvPr id="383" name="Google Shape;383;p8"/>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84" name="Google Shape;384;p8"/>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85" name="Google Shape;385;p8"/>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386" name="Google Shape;386;p8"/>
              <p:cNvGrpSpPr/>
              <p:nvPr/>
            </p:nvGrpSpPr>
            <p:grpSpPr>
              <a:xfrm rot="5400000">
                <a:off x="4473201" y="700273"/>
                <a:ext cx="5467198" cy="3723750"/>
                <a:chOff x="12075" y="1375725"/>
                <a:chExt cx="9144000" cy="3723750"/>
              </a:xfrm>
            </p:grpSpPr>
            <p:grpSp>
              <p:nvGrpSpPr>
                <p:cNvPr id="387" name="Google Shape;387;p8"/>
                <p:cNvGrpSpPr/>
                <p:nvPr/>
              </p:nvGrpSpPr>
              <p:grpSpPr>
                <a:xfrm>
                  <a:off x="12075" y="1375725"/>
                  <a:ext cx="9144000" cy="465475"/>
                  <a:chOff x="12075" y="1375725"/>
                  <a:chExt cx="9144000" cy="465475"/>
                </a:xfrm>
              </p:grpSpPr>
              <p:cxnSp>
                <p:nvCxnSpPr>
                  <p:cNvPr id="388" name="Google Shape;388;p8"/>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89" name="Google Shape;389;p8"/>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90" name="Google Shape;390;p8"/>
                <p:cNvGrpSpPr/>
                <p:nvPr/>
              </p:nvGrpSpPr>
              <p:grpSpPr>
                <a:xfrm>
                  <a:off x="12075" y="2306650"/>
                  <a:ext cx="9144000" cy="1396425"/>
                  <a:chOff x="12075" y="444775"/>
                  <a:chExt cx="9144000" cy="1396425"/>
                </a:xfrm>
              </p:grpSpPr>
              <p:cxnSp>
                <p:nvCxnSpPr>
                  <p:cNvPr id="391" name="Google Shape;391;p8"/>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92" name="Google Shape;392;p8"/>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93" name="Google Shape;393;p8"/>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94" name="Google Shape;394;p8"/>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395" name="Google Shape;395;p8"/>
                <p:cNvGrpSpPr/>
                <p:nvPr/>
              </p:nvGrpSpPr>
              <p:grpSpPr>
                <a:xfrm>
                  <a:off x="12075" y="4168525"/>
                  <a:ext cx="9144000" cy="930950"/>
                  <a:chOff x="12075" y="444775"/>
                  <a:chExt cx="9144000" cy="930950"/>
                </a:xfrm>
              </p:grpSpPr>
              <p:cxnSp>
                <p:nvCxnSpPr>
                  <p:cNvPr id="396" name="Google Shape;396;p8"/>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97" name="Google Shape;397;p8"/>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398" name="Google Shape;398;p8"/>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grpSp>
        <p:nvGrpSpPr>
          <p:cNvPr id="399" name="Google Shape;399;p8"/>
          <p:cNvGrpSpPr/>
          <p:nvPr/>
        </p:nvGrpSpPr>
        <p:grpSpPr>
          <a:xfrm>
            <a:off x="-7" y="167200"/>
            <a:ext cx="8952587" cy="4867172"/>
            <a:chOff x="-7" y="167200"/>
            <a:chExt cx="8952587" cy="4867172"/>
          </a:xfrm>
        </p:grpSpPr>
        <p:grpSp>
          <p:nvGrpSpPr>
            <p:cNvPr id="400" name="Google Shape;400;p8"/>
            <p:cNvGrpSpPr/>
            <p:nvPr/>
          </p:nvGrpSpPr>
          <p:grpSpPr>
            <a:xfrm>
              <a:off x="-7" y="167200"/>
              <a:ext cx="1266969" cy="226225"/>
              <a:chOff x="-7" y="167200"/>
              <a:chExt cx="1266969" cy="226225"/>
            </a:xfrm>
          </p:grpSpPr>
          <p:sp>
            <p:nvSpPr>
              <p:cNvPr id="401" name="Google Shape;401;p8"/>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8"/>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 name="Google Shape;403;p8"/>
            <p:cNvGrpSpPr/>
            <p:nvPr/>
          </p:nvGrpSpPr>
          <p:grpSpPr>
            <a:xfrm>
              <a:off x="7519182" y="4467918"/>
              <a:ext cx="1433398" cy="566454"/>
              <a:chOff x="7519182" y="4467918"/>
              <a:chExt cx="1433398" cy="566454"/>
            </a:xfrm>
          </p:grpSpPr>
          <p:sp>
            <p:nvSpPr>
              <p:cNvPr id="404" name="Google Shape;404;p8"/>
              <p:cNvSpPr/>
              <p:nvPr/>
            </p:nvSpPr>
            <p:spPr>
              <a:xfrm>
                <a:off x="8561631" y="4643609"/>
                <a:ext cx="390949" cy="390763"/>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8"/>
              <p:cNvSpPr/>
              <p:nvPr/>
            </p:nvSpPr>
            <p:spPr>
              <a:xfrm>
                <a:off x="7519182" y="4467918"/>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06" name="Google Shape;406;p8"/>
          <p:cNvSpPr txBox="1"/>
          <p:nvPr>
            <p:ph type="title"/>
          </p:nvPr>
        </p:nvSpPr>
        <p:spPr>
          <a:xfrm>
            <a:off x="1495650" y="1007925"/>
            <a:ext cx="6152700" cy="9879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7" name="Shape 407"/>
        <p:cNvGrpSpPr/>
        <p:nvPr/>
      </p:nvGrpSpPr>
      <p:grpSpPr>
        <a:xfrm>
          <a:off x="0" y="0"/>
          <a:ext cx="0" cy="0"/>
          <a:chOff x="0" y="0"/>
          <a:chExt cx="0" cy="0"/>
        </a:xfrm>
      </p:grpSpPr>
      <p:grpSp>
        <p:nvGrpSpPr>
          <p:cNvPr id="408" name="Google Shape;408;p9"/>
          <p:cNvGrpSpPr/>
          <p:nvPr/>
        </p:nvGrpSpPr>
        <p:grpSpPr>
          <a:xfrm flipH="1">
            <a:off x="0" y="-161849"/>
            <a:ext cx="9144000" cy="5467198"/>
            <a:chOff x="0" y="-171451"/>
            <a:chExt cx="9144000" cy="5467198"/>
          </a:xfrm>
        </p:grpSpPr>
        <p:grpSp>
          <p:nvGrpSpPr>
            <p:cNvPr id="409" name="Google Shape;409;p9"/>
            <p:cNvGrpSpPr/>
            <p:nvPr/>
          </p:nvGrpSpPr>
          <p:grpSpPr>
            <a:xfrm>
              <a:off x="0" y="135850"/>
              <a:ext cx="9144000" cy="4654700"/>
              <a:chOff x="12075" y="212050"/>
              <a:chExt cx="9144000" cy="4654700"/>
            </a:xfrm>
          </p:grpSpPr>
          <p:grpSp>
            <p:nvGrpSpPr>
              <p:cNvPr id="410" name="Google Shape;410;p9"/>
              <p:cNvGrpSpPr/>
              <p:nvPr/>
            </p:nvGrpSpPr>
            <p:grpSpPr>
              <a:xfrm>
                <a:off x="12075" y="212050"/>
                <a:ext cx="9144000" cy="1396425"/>
                <a:chOff x="12075" y="212050"/>
                <a:chExt cx="9144000" cy="1396425"/>
              </a:xfrm>
            </p:grpSpPr>
            <p:cxnSp>
              <p:nvCxnSpPr>
                <p:cNvPr id="411" name="Google Shape;411;p9"/>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12" name="Google Shape;412;p9"/>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13" name="Google Shape;413;p9"/>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14" name="Google Shape;414;p9"/>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415" name="Google Shape;415;p9"/>
              <p:cNvGrpSpPr/>
              <p:nvPr/>
            </p:nvGrpSpPr>
            <p:grpSpPr>
              <a:xfrm>
                <a:off x="12075" y="2073925"/>
                <a:ext cx="9144000" cy="1396425"/>
                <a:chOff x="12075" y="212050"/>
                <a:chExt cx="9144000" cy="1396425"/>
              </a:xfrm>
            </p:grpSpPr>
            <p:cxnSp>
              <p:nvCxnSpPr>
                <p:cNvPr id="416" name="Google Shape;416;p9"/>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17" name="Google Shape;417;p9"/>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18" name="Google Shape;418;p9"/>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19" name="Google Shape;419;p9"/>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420" name="Google Shape;420;p9"/>
              <p:cNvGrpSpPr/>
              <p:nvPr/>
            </p:nvGrpSpPr>
            <p:grpSpPr>
              <a:xfrm>
                <a:off x="12075" y="3935800"/>
                <a:ext cx="9144000" cy="930950"/>
                <a:chOff x="12075" y="212050"/>
                <a:chExt cx="9144000" cy="930950"/>
              </a:xfrm>
            </p:grpSpPr>
            <p:cxnSp>
              <p:nvCxnSpPr>
                <p:cNvPr id="421" name="Google Shape;421;p9"/>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22" name="Google Shape;422;p9"/>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23" name="Google Shape;423;p9"/>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424" name="Google Shape;424;p9"/>
            <p:cNvGrpSpPr/>
            <p:nvPr/>
          </p:nvGrpSpPr>
          <p:grpSpPr>
            <a:xfrm>
              <a:off x="213575" y="-171451"/>
              <a:ext cx="8855100" cy="5467198"/>
              <a:chOff x="213575" y="-171451"/>
              <a:chExt cx="8855100" cy="5467198"/>
            </a:xfrm>
          </p:grpSpPr>
          <p:grpSp>
            <p:nvGrpSpPr>
              <p:cNvPr id="425" name="Google Shape;425;p9"/>
              <p:cNvGrpSpPr/>
              <p:nvPr/>
            </p:nvGrpSpPr>
            <p:grpSpPr>
              <a:xfrm rot="5400000">
                <a:off x="-192674" y="234798"/>
                <a:ext cx="5467198" cy="4654700"/>
                <a:chOff x="12075" y="444775"/>
                <a:chExt cx="9144000" cy="4654700"/>
              </a:xfrm>
            </p:grpSpPr>
            <p:grpSp>
              <p:nvGrpSpPr>
                <p:cNvPr id="426" name="Google Shape;426;p9"/>
                <p:cNvGrpSpPr/>
                <p:nvPr/>
              </p:nvGrpSpPr>
              <p:grpSpPr>
                <a:xfrm>
                  <a:off x="12075" y="444775"/>
                  <a:ext cx="9144000" cy="1396425"/>
                  <a:chOff x="12075" y="444775"/>
                  <a:chExt cx="9144000" cy="1396425"/>
                </a:xfrm>
              </p:grpSpPr>
              <p:cxnSp>
                <p:nvCxnSpPr>
                  <p:cNvPr id="427" name="Google Shape;427;p9"/>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28" name="Google Shape;428;p9"/>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29" name="Google Shape;429;p9"/>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30" name="Google Shape;430;p9"/>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431" name="Google Shape;431;p9"/>
                <p:cNvGrpSpPr/>
                <p:nvPr/>
              </p:nvGrpSpPr>
              <p:grpSpPr>
                <a:xfrm>
                  <a:off x="12075" y="2306650"/>
                  <a:ext cx="9144000" cy="1396425"/>
                  <a:chOff x="12075" y="444775"/>
                  <a:chExt cx="9144000" cy="1396425"/>
                </a:xfrm>
              </p:grpSpPr>
              <p:cxnSp>
                <p:nvCxnSpPr>
                  <p:cNvPr id="432" name="Google Shape;432;p9"/>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33" name="Google Shape;433;p9"/>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34" name="Google Shape;434;p9"/>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35" name="Google Shape;435;p9"/>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436" name="Google Shape;436;p9"/>
                <p:cNvGrpSpPr/>
                <p:nvPr/>
              </p:nvGrpSpPr>
              <p:grpSpPr>
                <a:xfrm>
                  <a:off x="12075" y="4168525"/>
                  <a:ext cx="9144000" cy="930950"/>
                  <a:chOff x="12075" y="444775"/>
                  <a:chExt cx="9144000" cy="930950"/>
                </a:xfrm>
              </p:grpSpPr>
              <p:cxnSp>
                <p:nvCxnSpPr>
                  <p:cNvPr id="437" name="Google Shape;437;p9"/>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38" name="Google Shape;438;p9"/>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39" name="Google Shape;439;p9"/>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440" name="Google Shape;440;p9"/>
              <p:cNvGrpSpPr/>
              <p:nvPr/>
            </p:nvGrpSpPr>
            <p:grpSpPr>
              <a:xfrm rot="5400000">
                <a:off x="4473201" y="700273"/>
                <a:ext cx="5467198" cy="3723750"/>
                <a:chOff x="12075" y="1375725"/>
                <a:chExt cx="9144000" cy="3723750"/>
              </a:xfrm>
            </p:grpSpPr>
            <p:grpSp>
              <p:nvGrpSpPr>
                <p:cNvPr id="441" name="Google Shape;441;p9"/>
                <p:cNvGrpSpPr/>
                <p:nvPr/>
              </p:nvGrpSpPr>
              <p:grpSpPr>
                <a:xfrm>
                  <a:off x="12075" y="1375725"/>
                  <a:ext cx="9144000" cy="465475"/>
                  <a:chOff x="12075" y="1375725"/>
                  <a:chExt cx="9144000" cy="465475"/>
                </a:xfrm>
              </p:grpSpPr>
              <p:cxnSp>
                <p:nvCxnSpPr>
                  <p:cNvPr id="442" name="Google Shape;442;p9"/>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43" name="Google Shape;443;p9"/>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444" name="Google Shape;444;p9"/>
                <p:cNvGrpSpPr/>
                <p:nvPr/>
              </p:nvGrpSpPr>
              <p:grpSpPr>
                <a:xfrm>
                  <a:off x="12075" y="2306650"/>
                  <a:ext cx="9144000" cy="1396425"/>
                  <a:chOff x="12075" y="444775"/>
                  <a:chExt cx="9144000" cy="1396425"/>
                </a:xfrm>
              </p:grpSpPr>
              <p:cxnSp>
                <p:nvCxnSpPr>
                  <p:cNvPr id="445" name="Google Shape;445;p9"/>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46" name="Google Shape;446;p9"/>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47" name="Google Shape;447;p9"/>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48" name="Google Shape;448;p9"/>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449" name="Google Shape;449;p9"/>
                <p:cNvGrpSpPr/>
                <p:nvPr/>
              </p:nvGrpSpPr>
              <p:grpSpPr>
                <a:xfrm>
                  <a:off x="12075" y="4168525"/>
                  <a:ext cx="9144000" cy="930950"/>
                  <a:chOff x="12075" y="444775"/>
                  <a:chExt cx="9144000" cy="930950"/>
                </a:xfrm>
              </p:grpSpPr>
              <p:cxnSp>
                <p:nvCxnSpPr>
                  <p:cNvPr id="450" name="Google Shape;450;p9"/>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51" name="Google Shape;451;p9"/>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52" name="Google Shape;452;p9"/>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grpSp>
        <p:nvGrpSpPr>
          <p:cNvPr id="453" name="Google Shape;453;p9"/>
          <p:cNvGrpSpPr/>
          <p:nvPr/>
        </p:nvGrpSpPr>
        <p:grpSpPr>
          <a:xfrm>
            <a:off x="-7" y="167200"/>
            <a:ext cx="8952587" cy="4867172"/>
            <a:chOff x="-7" y="167200"/>
            <a:chExt cx="8952587" cy="4867172"/>
          </a:xfrm>
        </p:grpSpPr>
        <p:grpSp>
          <p:nvGrpSpPr>
            <p:cNvPr id="454" name="Google Shape;454;p9"/>
            <p:cNvGrpSpPr/>
            <p:nvPr/>
          </p:nvGrpSpPr>
          <p:grpSpPr>
            <a:xfrm>
              <a:off x="-7" y="167200"/>
              <a:ext cx="1266969" cy="226225"/>
              <a:chOff x="-7" y="167200"/>
              <a:chExt cx="1266969" cy="226225"/>
            </a:xfrm>
          </p:grpSpPr>
          <p:sp>
            <p:nvSpPr>
              <p:cNvPr id="455" name="Google Shape;455;p9"/>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9"/>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 name="Google Shape;457;p9"/>
            <p:cNvGrpSpPr/>
            <p:nvPr/>
          </p:nvGrpSpPr>
          <p:grpSpPr>
            <a:xfrm>
              <a:off x="7519182" y="4467918"/>
              <a:ext cx="1433398" cy="566454"/>
              <a:chOff x="7519182" y="4467918"/>
              <a:chExt cx="1433398" cy="566454"/>
            </a:xfrm>
          </p:grpSpPr>
          <p:sp>
            <p:nvSpPr>
              <p:cNvPr id="458" name="Google Shape;458;p9"/>
              <p:cNvSpPr/>
              <p:nvPr/>
            </p:nvSpPr>
            <p:spPr>
              <a:xfrm>
                <a:off x="8561631" y="4643609"/>
                <a:ext cx="390949" cy="390763"/>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9"/>
              <p:cNvSpPr/>
              <p:nvPr/>
            </p:nvSpPr>
            <p:spPr>
              <a:xfrm>
                <a:off x="7519182" y="4467918"/>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60" name="Google Shape;460;p9"/>
          <p:cNvSpPr txBox="1"/>
          <p:nvPr>
            <p:ph type="title"/>
          </p:nvPr>
        </p:nvSpPr>
        <p:spPr>
          <a:xfrm>
            <a:off x="901875" y="1621638"/>
            <a:ext cx="3496200" cy="959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7500"/>
              <a:buNone/>
              <a:defRPr sz="7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461" name="Google Shape;461;p9"/>
          <p:cNvSpPr txBox="1"/>
          <p:nvPr>
            <p:ph idx="1" type="subTitle"/>
          </p:nvPr>
        </p:nvSpPr>
        <p:spPr>
          <a:xfrm>
            <a:off x="901875" y="2657562"/>
            <a:ext cx="3496200" cy="864300"/>
          </a:xfrm>
          <a:prstGeom prst="rect">
            <a:avLst/>
          </a:prstGeom>
          <a:solidFill>
            <a:schemeClr val="lt2"/>
          </a:solidFill>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2" name="Shape 462"/>
        <p:cNvGrpSpPr/>
        <p:nvPr/>
      </p:nvGrpSpPr>
      <p:grpSpPr>
        <a:xfrm>
          <a:off x="0" y="0"/>
          <a:ext cx="0" cy="0"/>
          <a:chOff x="0" y="0"/>
          <a:chExt cx="0" cy="0"/>
        </a:xfrm>
      </p:grpSpPr>
      <p:sp>
        <p:nvSpPr>
          <p:cNvPr id="463" name="Google Shape;463;p10"/>
          <p:cNvSpPr/>
          <p:nvPr>
            <p:ph idx="2" type="pic"/>
          </p:nvPr>
        </p:nvSpPr>
        <p:spPr>
          <a:xfrm>
            <a:off x="-25" y="-13725"/>
            <a:ext cx="9144000" cy="5157300"/>
          </a:xfrm>
          <a:prstGeom prst="rect">
            <a:avLst/>
          </a:prstGeom>
          <a:noFill/>
          <a:ln>
            <a:noFill/>
          </a:ln>
        </p:spPr>
      </p:sp>
      <p:sp>
        <p:nvSpPr>
          <p:cNvPr id="464" name="Google Shape;464;p10"/>
          <p:cNvSpPr txBox="1"/>
          <p:nvPr>
            <p:ph type="title"/>
          </p:nvPr>
        </p:nvSpPr>
        <p:spPr>
          <a:xfrm>
            <a:off x="5171025" y="3543300"/>
            <a:ext cx="3252900" cy="10437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3500"/>
              <a:buNone/>
              <a:defRPr sz="3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5" name="Shape 465"/>
        <p:cNvGrpSpPr/>
        <p:nvPr/>
      </p:nvGrpSpPr>
      <p:grpSpPr>
        <a:xfrm>
          <a:off x="0" y="0"/>
          <a:ext cx="0" cy="0"/>
          <a:chOff x="0" y="0"/>
          <a:chExt cx="0" cy="0"/>
        </a:xfrm>
      </p:grpSpPr>
      <p:grpSp>
        <p:nvGrpSpPr>
          <p:cNvPr id="466" name="Google Shape;466;p11"/>
          <p:cNvGrpSpPr/>
          <p:nvPr/>
        </p:nvGrpSpPr>
        <p:grpSpPr>
          <a:xfrm flipH="1">
            <a:off x="0" y="-161849"/>
            <a:ext cx="9144000" cy="5467198"/>
            <a:chOff x="0" y="-171451"/>
            <a:chExt cx="9144000" cy="5467198"/>
          </a:xfrm>
        </p:grpSpPr>
        <p:grpSp>
          <p:nvGrpSpPr>
            <p:cNvPr id="467" name="Google Shape;467;p11"/>
            <p:cNvGrpSpPr/>
            <p:nvPr/>
          </p:nvGrpSpPr>
          <p:grpSpPr>
            <a:xfrm>
              <a:off x="0" y="135850"/>
              <a:ext cx="9144000" cy="4654700"/>
              <a:chOff x="12075" y="212050"/>
              <a:chExt cx="9144000" cy="4654700"/>
            </a:xfrm>
          </p:grpSpPr>
          <p:grpSp>
            <p:nvGrpSpPr>
              <p:cNvPr id="468" name="Google Shape;468;p11"/>
              <p:cNvGrpSpPr/>
              <p:nvPr/>
            </p:nvGrpSpPr>
            <p:grpSpPr>
              <a:xfrm>
                <a:off x="12075" y="212050"/>
                <a:ext cx="9144000" cy="1396425"/>
                <a:chOff x="12075" y="212050"/>
                <a:chExt cx="9144000" cy="1396425"/>
              </a:xfrm>
            </p:grpSpPr>
            <p:cxnSp>
              <p:nvCxnSpPr>
                <p:cNvPr id="469" name="Google Shape;469;p11"/>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70" name="Google Shape;470;p11"/>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71" name="Google Shape;471;p11"/>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72" name="Google Shape;472;p11"/>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473" name="Google Shape;473;p11"/>
              <p:cNvGrpSpPr/>
              <p:nvPr/>
            </p:nvGrpSpPr>
            <p:grpSpPr>
              <a:xfrm>
                <a:off x="12075" y="2073925"/>
                <a:ext cx="9144000" cy="1396425"/>
                <a:chOff x="12075" y="212050"/>
                <a:chExt cx="9144000" cy="1396425"/>
              </a:xfrm>
            </p:grpSpPr>
            <p:cxnSp>
              <p:nvCxnSpPr>
                <p:cNvPr id="474" name="Google Shape;474;p11"/>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75" name="Google Shape;475;p11"/>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76" name="Google Shape;476;p11"/>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77" name="Google Shape;477;p11"/>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478" name="Google Shape;478;p11"/>
              <p:cNvGrpSpPr/>
              <p:nvPr/>
            </p:nvGrpSpPr>
            <p:grpSpPr>
              <a:xfrm>
                <a:off x="12075" y="3935800"/>
                <a:ext cx="9144000" cy="930950"/>
                <a:chOff x="12075" y="212050"/>
                <a:chExt cx="9144000" cy="930950"/>
              </a:xfrm>
            </p:grpSpPr>
            <p:cxnSp>
              <p:nvCxnSpPr>
                <p:cNvPr id="479" name="Google Shape;479;p11"/>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80" name="Google Shape;480;p11"/>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81" name="Google Shape;481;p11"/>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482" name="Google Shape;482;p11"/>
            <p:cNvGrpSpPr/>
            <p:nvPr/>
          </p:nvGrpSpPr>
          <p:grpSpPr>
            <a:xfrm>
              <a:off x="213575" y="-171451"/>
              <a:ext cx="8855100" cy="5467198"/>
              <a:chOff x="213575" y="-171451"/>
              <a:chExt cx="8855100" cy="5467198"/>
            </a:xfrm>
          </p:grpSpPr>
          <p:grpSp>
            <p:nvGrpSpPr>
              <p:cNvPr id="483" name="Google Shape;483;p11"/>
              <p:cNvGrpSpPr/>
              <p:nvPr/>
            </p:nvGrpSpPr>
            <p:grpSpPr>
              <a:xfrm rot="5400000">
                <a:off x="-192674" y="234798"/>
                <a:ext cx="5467198" cy="4654700"/>
                <a:chOff x="12075" y="444775"/>
                <a:chExt cx="9144000" cy="4654700"/>
              </a:xfrm>
            </p:grpSpPr>
            <p:grpSp>
              <p:nvGrpSpPr>
                <p:cNvPr id="484" name="Google Shape;484;p11"/>
                <p:cNvGrpSpPr/>
                <p:nvPr/>
              </p:nvGrpSpPr>
              <p:grpSpPr>
                <a:xfrm>
                  <a:off x="12075" y="444775"/>
                  <a:ext cx="9144000" cy="1396425"/>
                  <a:chOff x="12075" y="444775"/>
                  <a:chExt cx="9144000" cy="1396425"/>
                </a:xfrm>
              </p:grpSpPr>
              <p:cxnSp>
                <p:nvCxnSpPr>
                  <p:cNvPr id="485" name="Google Shape;485;p11"/>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86" name="Google Shape;486;p11"/>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87" name="Google Shape;487;p11"/>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88" name="Google Shape;488;p11"/>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489" name="Google Shape;489;p11"/>
                <p:cNvGrpSpPr/>
                <p:nvPr/>
              </p:nvGrpSpPr>
              <p:grpSpPr>
                <a:xfrm>
                  <a:off x="12075" y="2306650"/>
                  <a:ext cx="9144000" cy="1396425"/>
                  <a:chOff x="12075" y="444775"/>
                  <a:chExt cx="9144000" cy="1396425"/>
                </a:xfrm>
              </p:grpSpPr>
              <p:cxnSp>
                <p:nvCxnSpPr>
                  <p:cNvPr id="490" name="Google Shape;490;p11"/>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91" name="Google Shape;491;p11"/>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92" name="Google Shape;492;p11"/>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93" name="Google Shape;493;p11"/>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494" name="Google Shape;494;p11"/>
                <p:cNvGrpSpPr/>
                <p:nvPr/>
              </p:nvGrpSpPr>
              <p:grpSpPr>
                <a:xfrm>
                  <a:off x="12075" y="4168525"/>
                  <a:ext cx="9144000" cy="930950"/>
                  <a:chOff x="12075" y="444775"/>
                  <a:chExt cx="9144000" cy="930950"/>
                </a:xfrm>
              </p:grpSpPr>
              <p:cxnSp>
                <p:nvCxnSpPr>
                  <p:cNvPr id="495" name="Google Shape;495;p11"/>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96" name="Google Shape;496;p11"/>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497" name="Google Shape;497;p11"/>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498" name="Google Shape;498;p11"/>
              <p:cNvGrpSpPr/>
              <p:nvPr/>
            </p:nvGrpSpPr>
            <p:grpSpPr>
              <a:xfrm rot="5400000">
                <a:off x="4473201" y="700273"/>
                <a:ext cx="5467198" cy="3723750"/>
                <a:chOff x="12075" y="1375725"/>
                <a:chExt cx="9144000" cy="3723750"/>
              </a:xfrm>
            </p:grpSpPr>
            <p:grpSp>
              <p:nvGrpSpPr>
                <p:cNvPr id="499" name="Google Shape;499;p11"/>
                <p:cNvGrpSpPr/>
                <p:nvPr/>
              </p:nvGrpSpPr>
              <p:grpSpPr>
                <a:xfrm>
                  <a:off x="12075" y="1375725"/>
                  <a:ext cx="9144000" cy="465475"/>
                  <a:chOff x="12075" y="1375725"/>
                  <a:chExt cx="9144000" cy="465475"/>
                </a:xfrm>
              </p:grpSpPr>
              <p:cxnSp>
                <p:nvCxnSpPr>
                  <p:cNvPr id="500" name="Google Shape;500;p11"/>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01" name="Google Shape;501;p11"/>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502" name="Google Shape;502;p11"/>
                <p:cNvGrpSpPr/>
                <p:nvPr/>
              </p:nvGrpSpPr>
              <p:grpSpPr>
                <a:xfrm>
                  <a:off x="12075" y="2306650"/>
                  <a:ext cx="9144000" cy="1396425"/>
                  <a:chOff x="12075" y="444775"/>
                  <a:chExt cx="9144000" cy="1396425"/>
                </a:xfrm>
              </p:grpSpPr>
              <p:cxnSp>
                <p:nvCxnSpPr>
                  <p:cNvPr id="503" name="Google Shape;503;p11"/>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04" name="Google Shape;504;p11"/>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05" name="Google Shape;505;p11"/>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06" name="Google Shape;506;p11"/>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507" name="Google Shape;507;p11"/>
                <p:cNvGrpSpPr/>
                <p:nvPr/>
              </p:nvGrpSpPr>
              <p:grpSpPr>
                <a:xfrm>
                  <a:off x="12075" y="4168525"/>
                  <a:ext cx="9144000" cy="930950"/>
                  <a:chOff x="12075" y="444775"/>
                  <a:chExt cx="9144000" cy="930950"/>
                </a:xfrm>
              </p:grpSpPr>
              <p:cxnSp>
                <p:nvCxnSpPr>
                  <p:cNvPr id="508" name="Google Shape;508;p11"/>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09" name="Google Shape;509;p11"/>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10" name="Google Shape;510;p11"/>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sp>
        <p:nvSpPr>
          <p:cNvPr id="511" name="Google Shape;511;p11"/>
          <p:cNvSpPr txBox="1"/>
          <p:nvPr>
            <p:ph hasCustomPrompt="1" type="title"/>
          </p:nvPr>
        </p:nvSpPr>
        <p:spPr>
          <a:xfrm>
            <a:off x="1698300" y="1784350"/>
            <a:ext cx="5747400" cy="1141800"/>
          </a:xfrm>
          <a:prstGeom prst="rect">
            <a:avLst/>
          </a:prstGeom>
        </p:spPr>
        <p:txBody>
          <a:bodyPr anchorCtr="0" anchor="b" bIns="91425" lIns="91425" spcFirstLastPara="1" rIns="91425" wrap="square" tIns="91425">
            <a:noAutofit/>
          </a:bodyPr>
          <a:lstStyle>
            <a:lvl1pPr lvl="0" algn="ctr">
              <a:spcBef>
                <a:spcPts val="0"/>
              </a:spcBef>
              <a:spcAft>
                <a:spcPts val="0"/>
              </a:spcAft>
              <a:buSzPts val="7500"/>
              <a:buNone/>
              <a:defRPr sz="7500"/>
            </a:lvl1pPr>
            <a:lvl2pPr lvl="1" algn="ctr">
              <a:spcBef>
                <a:spcPts val="0"/>
              </a:spcBef>
              <a:spcAft>
                <a:spcPts val="0"/>
              </a:spcAft>
              <a:buSzPts val="7500"/>
              <a:buNone/>
              <a:defRPr sz="7500"/>
            </a:lvl2pPr>
            <a:lvl3pPr lvl="2" algn="ctr">
              <a:spcBef>
                <a:spcPts val="0"/>
              </a:spcBef>
              <a:spcAft>
                <a:spcPts val="0"/>
              </a:spcAft>
              <a:buSzPts val="7500"/>
              <a:buNone/>
              <a:defRPr sz="7500"/>
            </a:lvl3pPr>
            <a:lvl4pPr lvl="3" algn="ctr">
              <a:spcBef>
                <a:spcPts val="0"/>
              </a:spcBef>
              <a:spcAft>
                <a:spcPts val="0"/>
              </a:spcAft>
              <a:buSzPts val="7500"/>
              <a:buNone/>
              <a:defRPr sz="7500"/>
            </a:lvl4pPr>
            <a:lvl5pPr lvl="4" algn="ctr">
              <a:spcBef>
                <a:spcPts val="0"/>
              </a:spcBef>
              <a:spcAft>
                <a:spcPts val="0"/>
              </a:spcAft>
              <a:buSzPts val="7500"/>
              <a:buNone/>
              <a:defRPr sz="7500"/>
            </a:lvl5pPr>
            <a:lvl6pPr lvl="5" algn="ctr">
              <a:spcBef>
                <a:spcPts val="0"/>
              </a:spcBef>
              <a:spcAft>
                <a:spcPts val="0"/>
              </a:spcAft>
              <a:buSzPts val="7500"/>
              <a:buNone/>
              <a:defRPr sz="7500"/>
            </a:lvl6pPr>
            <a:lvl7pPr lvl="6" algn="ctr">
              <a:spcBef>
                <a:spcPts val="0"/>
              </a:spcBef>
              <a:spcAft>
                <a:spcPts val="0"/>
              </a:spcAft>
              <a:buSzPts val="7500"/>
              <a:buNone/>
              <a:defRPr sz="7500"/>
            </a:lvl7pPr>
            <a:lvl8pPr lvl="7" algn="ctr">
              <a:spcBef>
                <a:spcPts val="0"/>
              </a:spcBef>
              <a:spcAft>
                <a:spcPts val="0"/>
              </a:spcAft>
              <a:buSzPts val="7500"/>
              <a:buNone/>
              <a:defRPr sz="7500"/>
            </a:lvl8pPr>
            <a:lvl9pPr lvl="8" algn="ctr">
              <a:spcBef>
                <a:spcPts val="0"/>
              </a:spcBef>
              <a:spcAft>
                <a:spcPts val="0"/>
              </a:spcAft>
              <a:buSzPts val="7500"/>
              <a:buNone/>
              <a:defRPr sz="7500"/>
            </a:lvl9pPr>
          </a:lstStyle>
          <a:p>
            <a:r>
              <a:t>xx%</a:t>
            </a:r>
          </a:p>
        </p:txBody>
      </p:sp>
      <p:sp>
        <p:nvSpPr>
          <p:cNvPr id="512" name="Google Shape;512;p11"/>
          <p:cNvSpPr txBox="1"/>
          <p:nvPr>
            <p:ph idx="1" type="subTitle"/>
          </p:nvPr>
        </p:nvSpPr>
        <p:spPr>
          <a:xfrm>
            <a:off x="1698300" y="2999350"/>
            <a:ext cx="5747400" cy="4971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513" name="Google Shape;513;p11"/>
          <p:cNvGrpSpPr/>
          <p:nvPr/>
        </p:nvGrpSpPr>
        <p:grpSpPr>
          <a:xfrm>
            <a:off x="141641" y="92498"/>
            <a:ext cx="8827868" cy="4945088"/>
            <a:chOff x="141641" y="92498"/>
            <a:chExt cx="8827868" cy="4945088"/>
          </a:xfrm>
        </p:grpSpPr>
        <p:grpSp>
          <p:nvGrpSpPr>
            <p:cNvPr id="514" name="Google Shape;514;p11"/>
            <p:cNvGrpSpPr/>
            <p:nvPr/>
          </p:nvGrpSpPr>
          <p:grpSpPr>
            <a:xfrm>
              <a:off x="8918459" y="243592"/>
              <a:ext cx="51049" cy="774142"/>
              <a:chOff x="8211712" y="2037146"/>
              <a:chExt cx="34742" cy="526950"/>
            </a:xfrm>
          </p:grpSpPr>
          <p:sp>
            <p:nvSpPr>
              <p:cNvPr id="515" name="Google Shape;515;p11"/>
              <p:cNvSpPr/>
              <p:nvPr/>
            </p:nvSpPr>
            <p:spPr>
              <a:xfrm>
                <a:off x="8211712" y="2037146"/>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1"/>
              <p:cNvSpPr/>
              <p:nvPr/>
            </p:nvSpPr>
            <p:spPr>
              <a:xfrm>
                <a:off x="8211712" y="2116302"/>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1"/>
              <p:cNvSpPr/>
              <p:nvPr/>
            </p:nvSpPr>
            <p:spPr>
              <a:xfrm>
                <a:off x="8211712" y="2195458"/>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1"/>
              <p:cNvSpPr/>
              <p:nvPr/>
            </p:nvSpPr>
            <p:spPr>
              <a:xfrm>
                <a:off x="8211712" y="2274614"/>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1"/>
              <p:cNvSpPr/>
              <p:nvPr/>
            </p:nvSpPr>
            <p:spPr>
              <a:xfrm>
                <a:off x="8211712" y="2353770"/>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1"/>
              <p:cNvSpPr/>
              <p:nvPr/>
            </p:nvSpPr>
            <p:spPr>
              <a:xfrm>
                <a:off x="8211712" y="2432927"/>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1"/>
              <p:cNvSpPr/>
              <p:nvPr/>
            </p:nvSpPr>
            <p:spPr>
              <a:xfrm>
                <a:off x="8211712" y="2512083"/>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 name="Google Shape;522;p11"/>
            <p:cNvGrpSpPr/>
            <p:nvPr/>
          </p:nvGrpSpPr>
          <p:grpSpPr>
            <a:xfrm>
              <a:off x="173907" y="4750539"/>
              <a:ext cx="291257" cy="287046"/>
              <a:chOff x="5456048" y="1794743"/>
              <a:chExt cx="178248" cy="175682"/>
            </a:xfrm>
          </p:grpSpPr>
          <p:sp>
            <p:nvSpPr>
              <p:cNvPr id="523" name="Google Shape;523;p11"/>
              <p:cNvSpPr/>
              <p:nvPr/>
            </p:nvSpPr>
            <p:spPr>
              <a:xfrm>
                <a:off x="5456048" y="1794743"/>
                <a:ext cx="178248" cy="175682"/>
              </a:xfrm>
              <a:custGeom>
                <a:rect b="b" l="l" r="r" t="t"/>
                <a:pathLst>
                  <a:path extrusionOk="0" h="1780" w="1806">
                    <a:moveTo>
                      <a:pt x="277" y="0"/>
                    </a:moveTo>
                    <a:lnTo>
                      <a:pt x="1" y="276"/>
                    </a:lnTo>
                    <a:lnTo>
                      <a:pt x="1530" y="1780"/>
                    </a:lnTo>
                    <a:lnTo>
                      <a:pt x="1805" y="1504"/>
                    </a:lnTo>
                    <a:lnTo>
                      <a:pt x="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1"/>
              <p:cNvSpPr/>
              <p:nvPr/>
            </p:nvSpPr>
            <p:spPr>
              <a:xfrm>
                <a:off x="5456048" y="1794743"/>
                <a:ext cx="178248" cy="175682"/>
              </a:xfrm>
              <a:custGeom>
                <a:rect b="b" l="l" r="r" t="t"/>
                <a:pathLst>
                  <a:path extrusionOk="0" h="1780" w="1806">
                    <a:moveTo>
                      <a:pt x="1505" y="0"/>
                    </a:moveTo>
                    <a:lnTo>
                      <a:pt x="1" y="1504"/>
                    </a:lnTo>
                    <a:lnTo>
                      <a:pt x="302" y="1780"/>
                    </a:lnTo>
                    <a:lnTo>
                      <a:pt x="1805" y="276"/>
                    </a:lnTo>
                    <a:lnTo>
                      <a:pt x="15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5" name="Google Shape;525;p11"/>
            <p:cNvSpPr/>
            <p:nvPr/>
          </p:nvSpPr>
          <p:spPr>
            <a:xfrm rot="-123321">
              <a:off x="144300" y="113150"/>
              <a:ext cx="1018402" cy="166548"/>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1"/>
            <p:cNvSpPr/>
            <p:nvPr/>
          </p:nvSpPr>
          <p:spPr>
            <a:xfrm>
              <a:off x="8639763" y="92498"/>
              <a:ext cx="207956" cy="207857"/>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527" name="Shape 52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528" name="Shape 528"/>
        <p:cNvGrpSpPr/>
        <p:nvPr/>
      </p:nvGrpSpPr>
      <p:grpSpPr>
        <a:xfrm>
          <a:off x="0" y="0"/>
          <a:ext cx="0" cy="0"/>
          <a:chOff x="0" y="0"/>
          <a:chExt cx="0" cy="0"/>
        </a:xfrm>
      </p:grpSpPr>
      <p:grpSp>
        <p:nvGrpSpPr>
          <p:cNvPr id="529" name="Google Shape;529;p13"/>
          <p:cNvGrpSpPr/>
          <p:nvPr/>
        </p:nvGrpSpPr>
        <p:grpSpPr>
          <a:xfrm flipH="1">
            <a:off x="0" y="-161849"/>
            <a:ext cx="9144000" cy="5467198"/>
            <a:chOff x="0" y="-171451"/>
            <a:chExt cx="9144000" cy="5467198"/>
          </a:xfrm>
        </p:grpSpPr>
        <p:grpSp>
          <p:nvGrpSpPr>
            <p:cNvPr id="530" name="Google Shape;530;p13"/>
            <p:cNvGrpSpPr/>
            <p:nvPr/>
          </p:nvGrpSpPr>
          <p:grpSpPr>
            <a:xfrm>
              <a:off x="0" y="135850"/>
              <a:ext cx="9144000" cy="4654700"/>
              <a:chOff x="12075" y="212050"/>
              <a:chExt cx="9144000" cy="4654700"/>
            </a:xfrm>
          </p:grpSpPr>
          <p:grpSp>
            <p:nvGrpSpPr>
              <p:cNvPr id="531" name="Google Shape;531;p13"/>
              <p:cNvGrpSpPr/>
              <p:nvPr/>
            </p:nvGrpSpPr>
            <p:grpSpPr>
              <a:xfrm>
                <a:off x="12075" y="212050"/>
                <a:ext cx="9144000" cy="1396425"/>
                <a:chOff x="12075" y="212050"/>
                <a:chExt cx="9144000" cy="1396425"/>
              </a:xfrm>
            </p:grpSpPr>
            <p:cxnSp>
              <p:nvCxnSpPr>
                <p:cNvPr id="532" name="Google Shape;532;p13"/>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33" name="Google Shape;533;p13"/>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34" name="Google Shape;534;p13"/>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35" name="Google Shape;535;p13"/>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536" name="Google Shape;536;p13"/>
              <p:cNvGrpSpPr/>
              <p:nvPr/>
            </p:nvGrpSpPr>
            <p:grpSpPr>
              <a:xfrm>
                <a:off x="12075" y="2073925"/>
                <a:ext cx="9144000" cy="1396425"/>
                <a:chOff x="12075" y="212050"/>
                <a:chExt cx="9144000" cy="1396425"/>
              </a:xfrm>
            </p:grpSpPr>
            <p:cxnSp>
              <p:nvCxnSpPr>
                <p:cNvPr id="537" name="Google Shape;537;p13"/>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38" name="Google Shape;538;p13"/>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39" name="Google Shape;539;p13"/>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40" name="Google Shape;540;p13"/>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541" name="Google Shape;541;p13"/>
              <p:cNvGrpSpPr/>
              <p:nvPr/>
            </p:nvGrpSpPr>
            <p:grpSpPr>
              <a:xfrm>
                <a:off x="12075" y="3935800"/>
                <a:ext cx="9144000" cy="930950"/>
                <a:chOff x="12075" y="212050"/>
                <a:chExt cx="9144000" cy="930950"/>
              </a:xfrm>
            </p:grpSpPr>
            <p:cxnSp>
              <p:nvCxnSpPr>
                <p:cNvPr id="542" name="Google Shape;542;p13"/>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43" name="Google Shape;543;p13"/>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44" name="Google Shape;544;p13"/>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545" name="Google Shape;545;p13"/>
            <p:cNvGrpSpPr/>
            <p:nvPr/>
          </p:nvGrpSpPr>
          <p:grpSpPr>
            <a:xfrm>
              <a:off x="213575" y="-171451"/>
              <a:ext cx="8855100" cy="5467198"/>
              <a:chOff x="213575" y="-171451"/>
              <a:chExt cx="8855100" cy="5467198"/>
            </a:xfrm>
          </p:grpSpPr>
          <p:grpSp>
            <p:nvGrpSpPr>
              <p:cNvPr id="546" name="Google Shape;546;p13"/>
              <p:cNvGrpSpPr/>
              <p:nvPr/>
            </p:nvGrpSpPr>
            <p:grpSpPr>
              <a:xfrm rot="5400000">
                <a:off x="-192674" y="234798"/>
                <a:ext cx="5467198" cy="4654700"/>
                <a:chOff x="12075" y="444775"/>
                <a:chExt cx="9144000" cy="4654700"/>
              </a:xfrm>
            </p:grpSpPr>
            <p:grpSp>
              <p:nvGrpSpPr>
                <p:cNvPr id="547" name="Google Shape;547;p13"/>
                <p:cNvGrpSpPr/>
                <p:nvPr/>
              </p:nvGrpSpPr>
              <p:grpSpPr>
                <a:xfrm>
                  <a:off x="12075" y="444775"/>
                  <a:ext cx="9144000" cy="1396425"/>
                  <a:chOff x="12075" y="444775"/>
                  <a:chExt cx="9144000" cy="1396425"/>
                </a:xfrm>
              </p:grpSpPr>
              <p:cxnSp>
                <p:nvCxnSpPr>
                  <p:cNvPr id="548" name="Google Shape;548;p1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49" name="Google Shape;549;p1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50" name="Google Shape;550;p1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51" name="Google Shape;551;p13"/>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552" name="Google Shape;552;p13"/>
                <p:cNvGrpSpPr/>
                <p:nvPr/>
              </p:nvGrpSpPr>
              <p:grpSpPr>
                <a:xfrm>
                  <a:off x="12075" y="2306650"/>
                  <a:ext cx="9144000" cy="1396425"/>
                  <a:chOff x="12075" y="444775"/>
                  <a:chExt cx="9144000" cy="1396425"/>
                </a:xfrm>
              </p:grpSpPr>
              <p:cxnSp>
                <p:nvCxnSpPr>
                  <p:cNvPr id="553" name="Google Shape;553;p1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54" name="Google Shape;554;p1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55" name="Google Shape;555;p1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56" name="Google Shape;556;p13"/>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557" name="Google Shape;557;p13"/>
                <p:cNvGrpSpPr/>
                <p:nvPr/>
              </p:nvGrpSpPr>
              <p:grpSpPr>
                <a:xfrm>
                  <a:off x="12075" y="4168525"/>
                  <a:ext cx="9144000" cy="930950"/>
                  <a:chOff x="12075" y="444775"/>
                  <a:chExt cx="9144000" cy="930950"/>
                </a:xfrm>
              </p:grpSpPr>
              <p:cxnSp>
                <p:nvCxnSpPr>
                  <p:cNvPr id="558" name="Google Shape;558;p1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59" name="Google Shape;559;p1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60" name="Google Shape;560;p1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561" name="Google Shape;561;p13"/>
              <p:cNvGrpSpPr/>
              <p:nvPr/>
            </p:nvGrpSpPr>
            <p:grpSpPr>
              <a:xfrm rot="5400000">
                <a:off x="4473201" y="700273"/>
                <a:ext cx="5467198" cy="3723750"/>
                <a:chOff x="12075" y="1375725"/>
                <a:chExt cx="9144000" cy="3723750"/>
              </a:xfrm>
            </p:grpSpPr>
            <p:grpSp>
              <p:nvGrpSpPr>
                <p:cNvPr id="562" name="Google Shape;562;p13"/>
                <p:cNvGrpSpPr/>
                <p:nvPr/>
              </p:nvGrpSpPr>
              <p:grpSpPr>
                <a:xfrm>
                  <a:off x="12075" y="1375725"/>
                  <a:ext cx="9144000" cy="465475"/>
                  <a:chOff x="12075" y="1375725"/>
                  <a:chExt cx="9144000" cy="465475"/>
                </a:xfrm>
              </p:grpSpPr>
              <p:cxnSp>
                <p:nvCxnSpPr>
                  <p:cNvPr id="563" name="Google Shape;563;p1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64" name="Google Shape;564;p13"/>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565" name="Google Shape;565;p13"/>
                <p:cNvGrpSpPr/>
                <p:nvPr/>
              </p:nvGrpSpPr>
              <p:grpSpPr>
                <a:xfrm>
                  <a:off x="12075" y="2306650"/>
                  <a:ext cx="9144000" cy="1396425"/>
                  <a:chOff x="12075" y="444775"/>
                  <a:chExt cx="9144000" cy="1396425"/>
                </a:xfrm>
              </p:grpSpPr>
              <p:cxnSp>
                <p:nvCxnSpPr>
                  <p:cNvPr id="566" name="Google Shape;566;p1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67" name="Google Shape;567;p1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68" name="Google Shape;568;p1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69" name="Google Shape;569;p13"/>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570" name="Google Shape;570;p13"/>
                <p:cNvGrpSpPr/>
                <p:nvPr/>
              </p:nvGrpSpPr>
              <p:grpSpPr>
                <a:xfrm>
                  <a:off x="12075" y="4168525"/>
                  <a:ext cx="9144000" cy="930950"/>
                  <a:chOff x="12075" y="444775"/>
                  <a:chExt cx="9144000" cy="930950"/>
                </a:xfrm>
              </p:grpSpPr>
              <p:cxnSp>
                <p:nvCxnSpPr>
                  <p:cNvPr id="571" name="Google Shape;571;p1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72" name="Google Shape;572;p1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73" name="Google Shape;573;p1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sp>
        <p:nvSpPr>
          <p:cNvPr id="574" name="Google Shape;574;p13"/>
          <p:cNvSpPr txBox="1"/>
          <p:nvPr>
            <p:ph idx="1" type="subTitle"/>
          </p:nvPr>
        </p:nvSpPr>
        <p:spPr>
          <a:xfrm>
            <a:off x="1454699" y="1727500"/>
            <a:ext cx="2891400" cy="4476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575" name="Google Shape;575;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76" name="Google Shape;576;p13"/>
          <p:cNvSpPr txBox="1"/>
          <p:nvPr>
            <p:ph idx="2" type="subTitle"/>
          </p:nvPr>
        </p:nvSpPr>
        <p:spPr>
          <a:xfrm>
            <a:off x="713225" y="2181950"/>
            <a:ext cx="3633000" cy="361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77" name="Google Shape;577;p13"/>
          <p:cNvSpPr txBox="1"/>
          <p:nvPr>
            <p:ph hasCustomPrompt="1" idx="3" type="title"/>
          </p:nvPr>
        </p:nvSpPr>
        <p:spPr>
          <a:xfrm>
            <a:off x="720000" y="1727495"/>
            <a:ext cx="734700" cy="447600"/>
          </a:xfrm>
          <a:prstGeom prst="rect">
            <a:avLst/>
          </a:prstGeom>
          <a:solidFill>
            <a:schemeClr val="lt2"/>
          </a:solidFill>
        </p:spPr>
        <p:txBody>
          <a:bodyPr anchorCtr="0" anchor="ctr" bIns="91425" lIns="91425" spcFirstLastPara="1" rIns="91425" wrap="square" tIns="91425">
            <a:noAutofit/>
          </a:bodyPr>
          <a:lstStyle>
            <a:lvl1pPr lvl="0" rtl="0" algn="l">
              <a:spcBef>
                <a:spcPts val="0"/>
              </a:spcBef>
              <a:spcAft>
                <a:spcPts val="0"/>
              </a:spcAft>
              <a:buSzPts val="3000"/>
              <a:buNone/>
              <a:defRPr sz="3000"/>
            </a:lvl1pPr>
            <a:lvl2pPr lvl="1" rtl="0" algn="l">
              <a:spcBef>
                <a:spcPts val="0"/>
              </a:spcBef>
              <a:spcAft>
                <a:spcPts val="0"/>
              </a:spcAft>
              <a:buSzPts val="3000"/>
              <a:buNone/>
              <a:defRPr sz="3000"/>
            </a:lvl2pPr>
            <a:lvl3pPr lvl="2" rtl="0" algn="l">
              <a:spcBef>
                <a:spcPts val="0"/>
              </a:spcBef>
              <a:spcAft>
                <a:spcPts val="0"/>
              </a:spcAft>
              <a:buSzPts val="3000"/>
              <a:buNone/>
              <a:defRPr sz="3000"/>
            </a:lvl3pPr>
            <a:lvl4pPr lvl="3" rtl="0" algn="l">
              <a:spcBef>
                <a:spcPts val="0"/>
              </a:spcBef>
              <a:spcAft>
                <a:spcPts val="0"/>
              </a:spcAft>
              <a:buSzPts val="3000"/>
              <a:buNone/>
              <a:defRPr sz="3000"/>
            </a:lvl4pPr>
            <a:lvl5pPr lvl="4" rtl="0" algn="l">
              <a:spcBef>
                <a:spcPts val="0"/>
              </a:spcBef>
              <a:spcAft>
                <a:spcPts val="0"/>
              </a:spcAft>
              <a:buSzPts val="3000"/>
              <a:buNone/>
              <a:defRPr sz="3000"/>
            </a:lvl5pPr>
            <a:lvl6pPr lvl="5" rtl="0" algn="l">
              <a:spcBef>
                <a:spcPts val="0"/>
              </a:spcBef>
              <a:spcAft>
                <a:spcPts val="0"/>
              </a:spcAft>
              <a:buSzPts val="3000"/>
              <a:buNone/>
              <a:defRPr sz="3000"/>
            </a:lvl6pPr>
            <a:lvl7pPr lvl="6" rtl="0" algn="l">
              <a:spcBef>
                <a:spcPts val="0"/>
              </a:spcBef>
              <a:spcAft>
                <a:spcPts val="0"/>
              </a:spcAft>
              <a:buSzPts val="3000"/>
              <a:buNone/>
              <a:defRPr sz="3000"/>
            </a:lvl7pPr>
            <a:lvl8pPr lvl="7" rtl="0" algn="l">
              <a:spcBef>
                <a:spcPts val="0"/>
              </a:spcBef>
              <a:spcAft>
                <a:spcPts val="0"/>
              </a:spcAft>
              <a:buSzPts val="3000"/>
              <a:buNone/>
              <a:defRPr sz="3000"/>
            </a:lvl8pPr>
            <a:lvl9pPr lvl="8" rtl="0" algn="l">
              <a:spcBef>
                <a:spcPts val="0"/>
              </a:spcBef>
              <a:spcAft>
                <a:spcPts val="0"/>
              </a:spcAft>
              <a:buSzPts val="3000"/>
              <a:buNone/>
              <a:defRPr sz="3000"/>
            </a:lvl9pPr>
          </a:lstStyle>
          <a:p>
            <a:r>
              <a:t>xx%</a:t>
            </a:r>
          </a:p>
        </p:txBody>
      </p:sp>
      <p:sp>
        <p:nvSpPr>
          <p:cNvPr id="578" name="Google Shape;578;p13"/>
          <p:cNvSpPr txBox="1"/>
          <p:nvPr>
            <p:ph idx="4" type="subTitle"/>
          </p:nvPr>
        </p:nvSpPr>
        <p:spPr>
          <a:xfrm>
            <a:off x="5532475" y="1727500"/>
            <a:ext cx="2891400" cy="4476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579" name="Google Shape;579;p13"/>
          <p:cNvSpPr txBox="1"/>
          <p:nvPr>
            <p:ph idx="5" type="subTitle"/>
          </p:nvPr>
        </p:nvSpPr>
        <p:spPr>
          <a:xfrm>
            <a:off x="4791000" y="2181950"/>
            <a:ext cx="3633000" cy="361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0" name="Google Shape;580;p13"/>
          <p:cNvSpPr txBox="1"/>
          <p:nvPr>
            <p:ph hasCustomPrompt="1" idx="6" type="title"/>
          </p:nvPr>
        </p:nvSpPr>
        <p:spPr>
          <a:xfrm>
            <a:off x="4797775" y="1727495"/>
            <a:ext cx="734700" cy="447600"/>
          </a:xfrm>
          <a:prstGeom prst="rect">
            <a:avLst/>
          </a:prstGeom>
          <a:solidFill>
            <a:schemeClr val="lt2"/>
          </a:solidFill>
        </p:spPr>
        <p:txBody>
          <a:bodyPr anchorCtr="0" anchor="ctr" bIns="91425" lIns="91425" spcFirstLastPara="1" rIns="91425" wrap="square" tIns="91425">
            <a:noAutofit/>
          </a:bodyPr>
          <a:lstStyle>
            <a:lvl1pPr lvl="0" rtl="0" algn="l">
              <a:spcBef>
                <a:spcPts val="0"/>
              </a:spcBef>
              <a:spcAft>
                <a:spcPts val="0"/>
              </a:spcAft>
              <a:buSzPts val="3000"/>
              <a:buNone/>
              <a:defRPr sz="3000"/>
            </a:lvl1pPr>
            <a:lvl2pPr lvl="1" rtl="0" algn="l">
              <a:spcBef>
                <a:spcPts val="0"/>
              </a:spcBef>
              <a:spcAft>
                <a:spcPts val="0"/>
              </a:spcAft>
              <a:buSzPts val="3000"/>
              <a:buNone/>
              <a:defRPr sz="3000"/>
            </a:lvl2pPr>
            <a:lvl3pPr lvl="2" rtl="0" algn="l">
              <a:spcBef>
                <a:spcPts val="0"/>
              </a:spcBef>
              <a:spcAft>
                <a:spcPts val="0"/>
              </a:spcAft>
              <a:buSzPts val="3000"/>
              <a:buNone/>
              <a:defRPr sz="3000"/>
            </a:lvl3pPr>
            <a:lvl4pPr lvl="3" rtl="0" algn="l">
              <a:spcBef>
                <a:spcPts val="0"/>
              </a:spcBef>
              <a:spcAft>
                <a:spcPts val="0"/>
              </a:spcAft>
              <a:buSzPts val="3000"/>
              <a:buNone/>
              <a:defRPr sz="3000"/>
            </a:lvl4pPr>
            <a:lvl5pPr lvl="4" rtl="0" algn="l">
              <a:spcBef>
                <a:spcPts val="0"/>
              </a:spcBef>
              <a:spcAft>
                <a:spcPts val="0"/>
              </a:spcAft>
              <a:buSzPts val="3000"/>
              <a:buNone/>
              <a:defRPr sz="3000"/>
            </a:lvl5pPr>
            <a:lvl6pPr lvl="5" rtl="0" algn="l">
              <a:spcBef>
                <a:spcPts val="0"/>
              </a:spcBef>
              <a:spcAft>
                <a:spcPts val="0"/>
              </a:spcAft>
              <a:buSzPts val="3000"/>
              <a:buNone/>
              <a:defRPr sz="3000"/>
            </a:lvl6pPr>
            <a:lvl7pPr lvl="6" rtl="0" algn="l">
              <a:spcBef>
                <a:spcPts val="0"/>
              </a:spcBef>
              <a:spcAft>
                <a:spcPts val="0"/>
              </a:spcAft>
              <a:buSzPts val="3000"/>
              <a:buNone/>
              <a:defRPr sz="3000"/>
            </a:lvl7pPr>
            <a:lvl8pPr lvl="7" rtl="0" algn="l">
              <a:spcBef>
                <a:spcPts val="0"/>
              </a:spcBef>
              <a:spcAft>
                <a:spcPts val="0"/>
              </a:spcAft>
              <a:buSzPts val="3000"/>
              <a:buNone/>
              <a:defRPr sz="3000"/>
            </a:lvl8pPr>
            <a:lvl9pPr lvl="8" rtl="0" algn="l">
              <a:spcBef>
                <a:spcPts val="0"/>
              </a:spcBef>
              <a:spcAft>
                <a:spcPts val="0"/>
              </a:spcAft>
              <a:buSzPts val="3000"/>
              <a:buNone/>
              <a:defRPr sz="3000"/>
            </a:lvl9pPr>
          </a:lstStyle>
          <a:p>
            <a:r>
              <a:t>xx%</a:t>
            </a:r>
          </a:p>
        </p:txBody>
      </p:sp>
      <p:sp>
        <p:nvSpPr>
          <p:cNvPr id="581" name="Google Shape;581;p13"/>
          <p:cNvSpPr txBox="1"/>
          <p:nvPr>
            <p:ph idx="7" type="subTitle"/>
          </p:nvPr>
        </p:nvSpPr>
        <p:spPr>
          <a:xfrm>
            <a:off x="1454699" y="3202550"/>
            <a:ext cx="2891400" cy="4476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582" name="Google Shape;582;p13"/>
          <p:cNvSpPr txBox="1"/>
          <p:nvPr>
            <p:ph idx="8" type="subTitle"/>
          </p:nvPr>
        </p:nvSpPr>
        <p:spPr>
          <a:xfrm>
            <a:off x="713225" y="3657000"/>
            <a:ext cx="3633000" cy="361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3" name="Google Shape;583;p13"/>
          <p:cNvSpPr txBox="1"/>
          <p:nvPr>
            <p:ph hasCustomPrompt="1" idx="9" type="title"/>
          </p:nvPr>
        </p:nvSpPr>
        <p:spPr>
          <a:xfrm>
            <a:off x="720000" y="3202545"/>
            <a:ext cx="734700" cy="447600"/>
          </a:xfrm>
          <a:prstGeom prst="rect">
            <a:avLst/>
          </a:prstGeom>
          <a:solidFill>
            <a:schemeClr val="lt2"/>
          </a:solidFill>
        </p:spPr>
        <p:txBody>
          <a:bodyPr anchorCtr="0" anchor="ctr" bIns="91425" lIns="91425" spcFirstLastPara="1" rIns="91425" wrap="square" tIns="91425">
            <a:noAutofit/>
          </a:bodyPr>
          <a:lstStyle>
            <a:lvl1pPr lvl="0" rtl="0" algn="l">
              <a:spcBef>
                <a:spcPts val="0"/>
              </a:spcBef>
              <a:spcAft>
                <a:spcPts val="0"/>
              </a:spcAft>
              <a:buSzPts val="3000"/>
              <a:buNone/>
              <a:defRPr sz="3000"/>
            </a:lvl1pPr>
            <a:lvl2pPr lvl="1" rtl="0" algn="l">
              <a:spcBef>
                <a:spcPts val="0"/>
              </a:spcBef>
              <a:spcAft>
                <a:spcPts val="0"/>
              </a:spcAft>
              <a:buSzPts val="3000"/>
              <a:buNone/>
              <a:defRPr sz="3000"/>
            </a:lvl2pPr>
            <a:lvl3pPr lvl="2" rtl="0" algn="l">
              <a:spcBef>
                <a:spcPts val="0"/>
              </a:spcBef>
              <a:spcAft>
                <a:spcPts val="0"/>
              </a:spcAft>
              <a:buSzPts val="3000"/>
              <a:buNone/>
              <a:defRPr sz="3000"/>
            </a:lvl3pPr>
            <a:lvl4pPr lvl="3" rtl="0" algn="l">
              <a:spcBef>
                <a:spcPts val="0"/>
              </a:spcBef>
              <a:spcAft>
                <a:spcPts val="0"/>
              </a:spcAft>
              <a:buSzPts val="3000"/>
              <a:buNone/>
              <a:defRPr sz="3000"/>
            </a:lvl4pPr>
            <a:lvl5pPr lvl="4" rtl="0" algn="l">
              <a:spcBef>
                <a:spcPts val="0"/>
              </a:spcBef>
              <a:spcAft>
                <a:spcPts val="0"/>
              </a:spcAft>
              <a:buSzPts val="3000"/>
              <a:buNone/>
              <a:defRPr sz="3000"/>
            </a:lvl5pPr>
            <a:lvl6pPr lvl="5" rtl="0" algn="l">
              <a:spcBef>
                <a:spcPts val="0"/>
              </a:spcBef>
              <a:spcAft>
                <a:spcPts val="0"/>
              </a:spcAft>
              <a:buSzPts val="3000"/>
              <a:buNone/>
              <a:defRPr sz="3000"/>
            </a:lvl6pPr>
            <a:lvl7pPr lvl="6" rtl="0" algn="l">
              <a:spcBef>
                <a:spcPts val="0"/>
              </a:spcBef>
              <a:spcAft>
                <a:spcPts val="0"/>
              </a:spcAft>
              <a:buSzPts val="3000"/>
              <a:buNone/>
              <a:defRPr sz="3000"/>
            </a:lvl7pPr>
            <a:lvl8pPr lvl="7" rtl="0" algn="l">
              <a:spcBef>
                <a:spcPts val="0"/>
              </a:spcBef>
              <a:spcAft>
                <a:spcPts val="0"/>
              </a:spcAft>
              <a:buSzPts val="3000"/>
              <a:buNone/>
              <a:defRPr sz="3000"/>
            </a:lvl8pPr>
            <a:lvl9pPr lvl="8" rtl="0" algn="l">
              <a:spcBef>
                <a:spcPts val="0"/>
              </a:spcBef>
              <a:spcAft>
                <a:spcPts val="0"/>
              </a:spcAft>
              <a:buSzPts val="3000"/>
              <a:buNone/>
              <a:defRPr sz="3000"/>
            </a:lvl9pPr>
          </a:lstStyle>
          <a:p>
            <a:r>
              <a:t>xx%</a:t>
            </a:r>
          </a:p>
        </p:txBody>
      </p:sp>
      <p:sp>
        <p:nvSpPr>
          <p:cNvPr id="584" name="Google Shape;584;p13"/>
          <p:cNvSpPr txBox="1"/>
          <p:nvPr>
            <p:ph idx="13" type="subTitle"/>
          </p:nvPr>
        </p:nvSpPr>
        <p:spPr>
          <a:xfrm>
            <a:off x="5532475" y="3202550"/>
            <a:ext cx="2891400" cy="4476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585" name="Google Shape;585;p13"/>
          <p:cNvSpPr txBox="1"/>
          <p:nvPr>
            <p:ph idx="14" type="subTitle"/>
          </p:nvPr>
        </p:nvSpPr>
        <p:spPr>
          <a:xfrm>
            <a:off x="4791000" y="3657000"/>
            <a:ext cx="3633000" cy="361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6" name="Google Shape;586;p13"/>
          <p:cNvSpPr txBox="1"/>
          <p:nvPr>
            <p:ph hasCustomPrompt="1" idx="15" type="title"/>
          </p:nvPr>
        </p:nvSpPr>
        <p:spPr>
          <a:xfrm>
            <a:off x="4797775" y="3202545"/>
            <a:ext cx="734700" cy="447600"/>
          </a:xfrm>
          <a:prstGeom prst="rect">
            <a:avLst/>
          </a:prstGeom>
          <a:solidFill>
            <a:schemeClr val="lt2"/>
          </a:solidFill>
        </p:spPr>
        <p:txBody>
          <a:bodyPr anchorCtr="0" anchor="ctr" bIns="91425" lIns="91425" spcFirstLastPara="1" rIns="91425" wrap="square" tIns="91425">
            <a:noAutofit/>
          </a:bodyPr>
          <a:lstStyle>
            <a:lvl1pPr lvl="0" rtl="0" algn="l">
              <a:spcBef>
                <a:spcPts val="0"/>
              </a:spcBef>
              <a:spcAft>
                <a:spcPts val="0"/>
              </a:spcAft>
              <a:buSzPts val="3000"/>
              <a:buNone/>
              <a:defRPr sz="3000"/>
            </a:lvl1pPr>
            <a:lvl2pPr lvl="1" rtl="0" algn="l">
              <a:spcBef>
                <a:spcPts val="0"/>
              </a:spcBef>
              <a:spcAft>
                <a:spcPts val="0"/>
              </a:spcAft>
              <a:buSzPts val="3000"/>
              <a:buNone/>
              <a:defRPr sz="3000"/>
            </a:lvl2pPr>
            <a:lvl3pPr lvl="2" rtl="0" algn="l">
              <a:spcBef>
                <a:spcPts val="0"/>
              </a:spcBef>
              <a:spcAft>
                <a:spcPts val="0"/>
              </a:spcAft>
              <a:buSzPts val="3000"/>
              <a:buNone/>
              <a:defRPr sz="3000"/>
            </a:lvl3pPr>
            <a:lvl4pPr lvl="3" rtl="0" algn="l">
              <a:spcBef>
                <a:spcPts val="0"/>
              </a:spcBef>
              <a:spcAft>
                <a:spcPts val="0"/>
              </a:spcAft>
              <a:buSzPts val="3000"/>
              <a:buNone/>
              <a:defRPr sz="3000"/>
            </a:lvl4pPr>
            <a:lvl5pPr lvl="4" rtl="0" algn="l">
              <a:spcBef>
                <a:spcPts val="0"/>
              </a:spcBef>
              <a:spcAft>
                <a:spcPts val="0"/>
              </a:spcAft>
              <a:buSzPts val="3000"/>
              <a:buNone/>
              <a:defRPr sz="3000"/>
            </a:lvl5pPr>
            <a:lvl6pPr lvl="5" rtl="0" algn="l">
              <a:spcBef>
                <a:spcPts val="0"/>
              </a:spcBef>
              <a:spcAft>
                <a:spcPts val="0"/>
              </a:spcAft>
              <a:buSzPts val="3000"/>
              <a:buNone/>
              <a:defRPr sz="3000"/>
            </a:lvl6pPr>
            <a:lvl7pPr lvl="6" rtl="0" algn="l">
              <a:spcBef>
                <a:spcPts val="0"/>
              </a:spcBef>
              <a:spcAft>
                <a:spcPts val="0"/>
              </a:spcAft>
              <a:buSzPts val="3000"/>
              <a:buNone/>
              <a:defRPr sz="3000"/>
            </a:lvl7pPr>
            <a:lvl8pPr lvl="7" rtl="0" algn="l">
              <a:spcBef>
                <a:spcPts val="0"/>
              </a:spcBef>
              <a:spcAft>
                <a:spcPts val="0"/>
              </a:spcAft>
              <a:buSzPts val="3000"/>
              <a:buNone/>
              <a:defRPr sz="3000"/>
            </a:lvl8pPr>
            <a:lvl9pPr lvl="8" rtl="0" algn="l">
              <a:spcBef>
                <a:spcPts val="0"/>
              </a:spcBef>
              <a:spcAft>
                <a:spcPts val="0"/>
              </a:spcAft>
              <a:buSzPts val="3000"/>
              <a:buNone/>
              <a:defRPr sz="3000"/>
            </a:lvl9pPr>
          </a:lstStyle>
          <a:p>
            <a:r>
              <a:t>xx%</a:t>
            </a:r>
          </a:p>
        </p:txBody>
      </p:sp>
      <p:grpSp>
        <p:nvGrpSpPr>
          <p:cNvPr id="587" name="Google Shape;587;p13"/>
          <p:cNvGrpSpPr/>
          <p:nvPr/>
        </p:nvGrpSpPr>
        <p:grpSpPr>
          <a:xfrm>
            <a:off x="-7" y="117416"/>
            <a:ext cx="8941384" cy="4905859"/>
            <a:chOff x="-7" y="117416"/>
            <a:chExt cx="8941384" cy="4905859"/>
          </a:xfrm>
        </p:grpSpPr>
        <p:grpSp>
          <p:nvGrpSpPr>
            <p:cNvPr id="588" name="Google Shape;588;p13"/>
            <p:cNvGrpSpPr/>
            <p:nvPr/>
          </p:nvGrpSpPr>
          <p:grpSpPr>
            <a:xfrm>
              <a:off x="-7" y="4797050"/>
              <a:ext cx="1266969" cy="226225"/>
              <a:chOff x="-7" y="167200"/>
              <a:chExt cx="1266969" cy="226225"/>
            </a:xfrm>
          </p:grpSpPr>
          <p:sp>
            <p:nvSpPr>
              <p:cNvPr id="589" name="Google Shape;589;p13"/>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3"/>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1" name="Google Shape;591;p13"/>
            <p:cNvSpPr/>
            <p:nvPr/>
          </p:nvSpPr>
          <p:spPr>
            <a:xfrm>
              <a:off x="8608176" y="4514350"/>
              <a:ext cx="333201" cy="333048"/>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3"/>
            <p:cNvSpPr/>
            <p:nvPr/>
          </p:nvSpPr>
          <p:spPr>
            <a:xfrm>
              <a:off x="1861082" y="117416"/>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93" name="Shape 593"/>
        <p:cNvGrpSpPr/>
        <p:nvPr/>
      </p:nvGrpSpPr>
      <p:grpSpPr>
        <a:xfrm>
          <a:off x="0" y="0"/>
          <a:ext cx="0" cy="0"/>
          <a:chOff x="0" y="0"/>
          <a:chExt cx="0" cy="0"/>
        </a:xfrm>
      </p:grpSpPr>
      <p:grpSp>
        <p:nvGrpSpPr>
          <p:cNvPr id="594" name="Google Shape;594;p14"/>
          <p:cNvGrpSpPr/>
          <p:nvPr/>
        </p:nvGrpSpPr>
        <p:grpSpPr>
          <a:xfrm flipH="1">
            <a:off x="0" y="-161849"/>
            <a:ext cx="9144000" cy="5467198"/>
            <a:chOff x="0" y="-171451"/>
            <a:chExt cx="9144000" cy="5467198"/>
          </a:xfrm>
        </p:grpSpPr>
        <p:grpSp>
          <p:nvGrpSpPr>
            <p:cNvPr id="595" name="Google Shape;595;p14"/>
            <p:cNvGrpSpPr/>
            <p:nvPr/>
          </p:nvGrpSpPr>
          <p:grpSpPr>
            <a:xfrm>
              <a:off x="0" y="135850"/>
              <a:ext cx="9144000" cy="4654700"/>
              <a:chOff x="12075" y="212050"/>
              <a:chExt cx="9144000" cy="4654700"/>
            </a:xfrm>
          </p:grpSpPr>
          <p:grpSp>
            <p:nvGrpSpPr>
              <p:cNvPr id="596" name="Google Shape;596;p14"/>
              <p:cNvGrpSpPr/>
              <p:nvPr/>
            </p:nvGrpSpPr>
            <p:grpSpPr>
              <a:xfrm>
                <a:off x="12075" y="212050"/>
                <a:ext cx="9144000" cy="1396425"/>
                <a:chOff x="12075" y="212050"/>
                <a:chExt cx="9144000" cy="1396425"/>
              </a:xfrm>
            </p:grpSpPr>
            <p:cxnSp>
              <p:nvCxnSpPr>
                <p:cNvPr id="597" name="Google Shape;597;p14"/>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98" name="Google Shape;598;p14"/>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599" name="Google Shape;599;p14"/>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00" name="Google Shape;600;p14"/>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601" name="Google Shape;601;p14"/>
              <p:cNvGrpSpPr/>
              <p:nvPr/>
            </p:nvGrpSpPr>
            <p:grpSpPr>
              <a:xfrm>
                <a:off x="12075" y="2073925"/>
                <a:ext cx="9144000" cy="1396425"/>
                <a:chOff x="12075" y="212050"/>
                <a:chExt cx="9144000" cy="1396425"/>
              </a:xfrm>
            </p:grpSpPr>
            <p:cxnSp>
              <p:nvCxnSpPr>
                <p:cNvPr id="602" name="Google Shape;602;p14"/>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03" name="Google Shape;603;p14"/>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04" name="Google Shape;604;p14"/>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05" name="Google Shape;605;p14"/>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606" name="Google Shape;606;p14"/>
              <p:cNvGrpSpPr/>
              <p:nvPr/>
            </p:nvGrpSpPr>
            <p:grpSpPr>
              <a:xfrm>
                <a:off x="12075" y="3935800"/>
                <a:ext cx="9144000" cy="930950"/>
                <a:chOff x="12075" y="212050"/>
                <a:chExt cx="9144000" cy="930950"/>
              </a:xfrm>
            </p:grpSpPr>
            <p:cxnSp>
              <p:nvCxnSpPr>
                <p:cNvPr id="607" name="Google Shape;607;p14"/>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08" name="Google Shape;608;p14"/>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09" name="Google Shape;609;p14"/>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610" name="Google Shape;610;p14"/>
            <p:cNvGrpSpPr/>
            <p:nvPr/>
          </p:nvGrpSpPr>
          <p:grpSpPr>
            <a:xfrm>
              <a:off x="213575" y="-171451"/>
              <a:ext cx="8855100" cy="5467198"/>
              <a:chOff x="213575" y="-171451"/>
              <a:chExt cx="8855100" cy="5467198"/>
            </a:xfrm>
          </p:grpSpPr>
          <p:grpSp>
            <p:nvGrpSpPr>
              <p:cNvPr id="611" name="Google Shape;611;p14"/>
              <p:cNvGrpSpPr/>
              <p:nvPr/>
            </p:nvGrpSpPr>
            <p:grpSpPr>
              <a:xfrm rot="5400000">
                <a:off x="-192674" y="234798"/>
                <a:ext cx="5467198" cy="4654700"/>
                <a:chOff x="12075" y="444775"/>
                <a:chExt cx="9144000" cy="4654700"/>
              </a:xfrm>
            </p:grpSpPr>
            <p:grpSp>
              <p:nvGrpSpPr>
                <p:cNvPr id="612" name="Google Shape;612;p14"/>
                <p:cNvGrpSpPr/>
                <p:nvPr/>
              </p:nvGrpSpPr>
              <p:grpSpPr>
                <a:xfrm>
                  <a:off x="12075" y="444775"/>
                  <a:ext cx="9144000" cy="1396425"/>
                  <a:chOff x="12075" y="444775"/>
                  <a:chExt cx="9144000" cy="1396425"/>
                </a:xfrm>
              </p:grpSpPr>
              <p:cxnSp>
                <p:nvCxnSpPr>
                  <p:cNvPr id="613" name="Google Shape;613;p1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14" name="Google Shape;614;p1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15" name="Google Shape;615;p1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16" name="Google Shape;616;p14"/>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617" name="Google Shape;617;p14"/>
                <p:cNvGrpSpPr/>
                <p:nvPr/>
              </p:nvGrpSpPr>
              <p:grpSpPr>
                <a:xfrm>
                  <a:off x="12075" y="2306650"/>
                  <a:ext cx="9144000" cy="1396425"/>
                  <a:chOff x="12075" y="444775"/>
                  <a:chExt cx="9144000" cy="1396425"/>
                </a:xfrm>
              </p:grpSpPr>
              <p:cxnSp>
                <p:nvCxnSpPr>
                  <p:cNvPr id="618" name="Google Shape;618;p1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19" name="Google Shape;619;p1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20" name="Google Shape;620;p1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21" name="Google Shape;621;p14"/>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622" name="Google Shape;622;p14"/>
                <p:cNvGrpSpPr/>
                <p:nvPr/>
              </p:nvGrpSpPr>
              <p:grpSpPr>
                <a:xfrm>
                  <a:off x="12075" y="4168525"/>
                  <a:ext cx="9144000" cy="930950"/>
                  <a:chOff x="12075" y="444775"/>
                  <a:chExt cx="9144000" cy="930950"/>
                </a:xfrm>
              </p:grpSpPr>
              <p:cxnSp>
                <p:nvCxnSpPr>
                  <p:cNvPr id="623" name="Google Shape;623;p1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24" name="Google Shape;624;p1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25" name="Google Shape;625;p1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626" name="Google Shape;626;p14"/>
              <p:cNvGrpSpPr/>
              <p:nvPr/>
            </p:nvGrpSpPr>
            <p:grpSpPr>
              <a:xfrm rot="5400000">
                <a:off x="4473201" y="700273"/>
                <a:ext cx="5467198" cy="3723750"/>
                <a:chOff x="12075" y="1375725"/>
                <a:chExt cx="9144000" cy="3723750"/>
              </a:xfrm>
            </p:grpSpPr>
            <p:grpSp>
              <p:nvGrpSpPr>
                <p:cNvPr id="627" name="Google Shape;627;p14"/>
                <p:cNvGrpSpPr/>
                <p:nvPr/>
              </p:nvGrpSpPr>
              <p:grpSpPr>
                <a:xfrm>
                  <a:off x="12075" y="1375725"/>
                  <a:ext cx="9144000" cy="465475"/>
                  <a:chOff x="12075" y="1375725"/>
                  <a:chExt cx="9144000" cy="465475"/>
                </a:xfrm>
              </p:grpSpPr>
              <p:cxnSp>
                <p:nvCxnSpPr>
                  <p:cNvPr id="628" name="Google Shape;628;p1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29" name="Google Shape;629;p14"/>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630" name="Google Shape;630;p14"/>
                <p:cNvGrpSpPr/>
                <p:nvPr/>
              </p:nvGrpSpPr>
              <p:grpSpPr>
                <a:xfrm>
                  <a:off x="12075" y="2306650"/>
                  <a:ext cx="9144000" cy="1396425"/>
                  <a:chOff x="12075" y="444775"/>
                  <a:chExt cx="9144000" cy="1396425"/>
                </a:xfrm>
              </p:grpSpPr>
              <p:cxnSp>
                <p:nvCxnSpPr>
                  <p:cNvPr id="631" name="Google Shape;631;p1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32" name="Google Shape;632;p1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33" name="Google Shape;633;p1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34" name="Google Shape;634;p14"/>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635" name="Google Shape;635;p14"/>
                <p:cNvGrpSpPr/>
                <p:nvPr/>
              </p:nvGrpSpPr>
              <p:grpSpPr>
                <a:xfrm>
                  <a:off x="12075" y="4168525"/>
                  <a:ext cx="9144000" cy="930950"/>
                  <a:chOff x="12075" y="444775"/>
                  <a:chExt cx="9144000" cy="930950"/>
                </a:xfrm>
              </p:grpSpPr>
              <p:cxnSp>
                <p:nvCxnSpPr>
                  <p:cNvPr id="636" name="Google Shape;636;p1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37" name="Google Shape;637;p1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38" name="Google Shape;638;p1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sp>
        <p:nvSpPr>
          <p:cNvPr id="639" name="Google Shape;639;p14"/>
          <p:cNvSpPr txBox="1"/>
          <p:nvPr>
            <p:ph type="title"/>
          </p:nvPr>
        </p:nvSpPr>
        <p:spPr>
          <a:xfrm>
            <a:off x="1226425" y="3100300"/>
            <a:ext cx="6691200" cy="6618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000"/>
              <a:buNone/>
              <a:defRPr/>
            </a:lvl1pPr>
            <a:lvl2pPr lvl="1" rtl="0" algn="ctr">
              <a:spcBef>
                <a:spcPts val="0"/>
              </a:spcBef>
              <a:spcAft>
                <a:spcPts val="0"/>
              </a:spcAft>
              <a:buClr>
                <a:schemeClr val="dk2"/>
              </a:buClr>
              <a:buSzPts val="3000"/>
              <a:buNone/>
              <a:defRPr sz="3000">
                <a:solidFill>
                  <a:schemeClr val="dk2"/>
                </a:solidFill>
              </a:defRPr>
            </a:lvl2pPr>
            <a:lvl3pPr lvl="2" rtl="0" algn="ctr">
              <a:spcBef>
                <a:spcPts val="0"/>
              </a:spcBef>
              <a:spcAft>
                <a:spcPts val="0"/>
              </a:spcAft>
              <a:buClr>
                <a:schemeClr val="dk2"/>
              </a:buClr>
              <a:buSzPts val="3000"/>
              <a:buNone/>
              <a:defRPr sz="3000">
                <a:solidFill>
                  <a:schemeClr val="dk2"/>
                </a:solidFill>
              </a:defRPr>
            </a:lvl3pPr>
            <a:lvl4pPr lvl="3" rtl="0" algn="ctr">
              <a:spcBef>
                <a:spcPts val="0"/>
              </a:spcBef>
              <a:spcAft>
                <a:spcPts val="0"/>
              </a:spcAft>
              <a:buClr>
                <a:schemeClr val="dk2"/>
              </a:buClr>
              <a:buSzPts val="3000"/>
              <a:buNone/>
              <a:defRPr sz="3000">
                <a:solidFill>
                  <a:schemeClr val="dk2"/>
                </a:solidFill>
              </a:defRPr>
            </a:lvl4pPr>
            <a:lvl5pPr lvl="4" rtl="0" algn="ctr">
              <a:spcBef>
                <a:spcPts val="0"/>
              </a:spcBef>
              <a:spcAft>
                <a:spcPts val="0"/>
              </a:spcAft>
              <a:buClr>
                <a:schemeClr val="dk2"/>
              </a:buClr>
              <a:buSzPts val="3000"/>
              <a:buNone/>
              <a:defRPr sz="3000">
                <a:solidFill>
                  <a:schemeClr val="dk2"/>
                </a:solidFill>
              </a:defRPr>
            </a:lvl5pPr>
            <a:lvl6pPr lvl="5" rtl="0" algn="ctr">
              <a:spcBef>
                <a:spcPts val="0"/>
              </a:spcBef>
              <a:spcAft>
                <a:spcPts val="0"/>
              </a:spcAft>
              <a:buClr>
                <a:schemeClr val="dk2"/>
              </a:buClr>
              <a:buSzPts val="3000"/>
              <a:buNone/>
              <a:defRPr sz="3000">
                <a:solidFill>
                  <a:schemeClr val="dk2"/>
                </a:solidFill>
              </a:defRPr>
            </a:lvl6pPr>
            <a:lvl7pPr lvl="6" rtl="0" algn="ctr">
              <a:spcBef>
                <a:spcPts val="0"/>
              </a:spcBef>
              <a:spcAft>
                <a:spcPts val="0"/>
              </a:spcAft>
              <a:buClr>
                <a:schemeClr val="dk2"/>
              </a:buClr>
              <a:buSzPts val="3000"/>
              <a:buNone/>
              <a:defRPr sz="3000">
                <a:solidFill>
                  <a:schemeClr val="dk2"/>
                </a:solidFill>
              </a:defRPr>
            </a:lvl7pPr>
            <a:lvl8pPr lvl="7" rtl="0" algn="ctr">
              <a:spcBef>
                <a:spcPts val="0"/>
              </a:spcBef>
              <a:spcAft>
                <a:spcPts val="0"/>
              </a:spcAft>
              <a:buClr>
                <a:schemeClr val="dk2"/>
              </a:buClr>
              <a:buSzPts val="3000"/>
              <a:buNone/>
              <a:defRPr sz="3000">
                <a:solidFill>
                  <a:schemeClr val="dk2"/>
                </a:solidFill>
              </a:defRPr>
            </a:lvl8pPr>
            <a:lvl9pPr lvl="8" rtl="0" algn="ctr">
              <a:spcBef>
                <a:spcPts val="0"/>
              </a:spcBef>
              <a:spcAft>
                <a:spcPts val="0"/>
              </a:spcAft>
              <a:buClr>
                <a:schemeClr val="dk2"/>
              </a:buClr>
              <a:buSzPts val="3000"/>
              <a:buNone/>
              <a:defRPr sz="3000">
                <a:solidFill>
                  <a:schemeClr val="dk2"/>
                </a:solidFill>
              </a:defRPr>
            </a:lvl9pPr>
          </a:lstStyle>
          <a:p/>
        </p:txBody>
      </p:sp>
      <p:sp>
        <p:nvSpPr>
          <p:cNvPr id="640" name="Google Shape;640;p14"/>
          <p:cNvSpPr txBox="1"/>
          <p:nvPr>
            <p:ph idx="1" type="subTitle"/>
          </p:nvPr>
        </p:nvSpPr>
        <p:spPr>
          <a:xfrm>
            <a:off x="1226400" y="1126425"/>
            <a:ext cx="6691200" cy="1863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641" name="Google Shape;641;p14"/>
          <p:cNvGrpSpPr/>
          <p:nvPr/>
        </p:nvGrpSpPr>
        <p:grpSpPr>
          <a:xfrm>
            <a:off x="-7" y="117416"/>
            <a:ext cx="8941384" cy="4905859"/>
            <a:chOff x="-7" y="117416"/>
            <a:chExt cx="8941384" cy="4905859"/>
          </a:xfrm>
        </p:grpSpPr>
        <p:grpSp>
          <p:nvGrpSpPr>
            <p:cNvPr id="642" name="Google Shape;642;p14"/>
            <p:cNvGrpSpPr/>
            <p:nvPr/>
          </p:nvGrpSpPr>
          <p:grpSpPr>
            <a:xfrm>
              <a:off x="-7" y="4797050"/>
              <a:ext cx="1266969" cy="226225"/>
              <a:chOff x="-7" y="167200"/>
              <a:chExt cx="1266969" cy="226225"/>
            </a:xfrm>
          </p:grpSpPr>
          <p:sp>
            <p:nvSpPr>
              <p:cNvPr id="643" name="Google Shape;643;p14"/>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4"/>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5" name="Google Shape;645;p14"/>
            <p:cNvSpPr/>
            <p:nvPr/>
          </p:nvSpPr>
          <p:spPr>
            <a:xfrm>
              <a:off x="8608176" y="4514350"/>
              <a:ext cx="333201" cy="333048"/>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4"/>
            <p:cNvSpPr/>
            <p:nvPr/>
          </p:nvSpPr>
          <p:spPr>
            <a:xfrm>
              <a:off x="1861082" y="117416"/>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647" name="Shape 647"/>
        <p:cNvGrpSpPr/>
        <p:nvPr/>
      </p:nvGrpSpPr>
      <p:grpSpPr>
        <a:xfrm>
          <a:off x="0" y="0"/>
          <a:ext cx="0" cy="0"/>
          <a:chOff x="0" y="0"/>
          <a:chExt cx="0" cy="0"/>
        </a:xfrm>
      </p:grpSpPr>
      <p:grpSp>
        <p:nvGrpSpPr>
          <p:cNvPr id="648" name="Google Shape;648;p15"/>
          <p:cNvGrpSpPr/>
          <p:nvPr/>
        </p:nvGrpSpPr>
        <p:grpSpPr>
          <a:xfrm flipH="1">
            <a:off x="0" y="-161849"/>
            <a:ext cx="9144000" cy="5467198"/>
            <a:chOff x="0" y="-171451"/>
            <a:chExt cx="9144000" cy="5467198"/>
          </a:xfrm>
        </p:grpSpPr>
        <p:grpSp>
          <p:nvGrpSpPr>
            <p:cNvPr id="649" name="Google Shape;649;p15"/>
            <p:cNvGrpSpPr/>
            <p:nvPr/>
          </p:nvGrpSpPr>
          <p:grpSpPr>
            <a:xfrm>
              <a:off x="0" y="135850"/>
              <a:ext cx="9144000" cy="4654700"/>
              <a:chOff x="12075" y="212050"/>
              <a:chExt cx="9144000" cy="4654700"/>
            </a:xfrm>
          </p:grpSpPr>
          <p:grpSp>
            <p:nvGrpSpPr>
              <p:cNvPr id="650" name="Google Shape;650;p15"/>
              <p:cNvGrpSpPr/>
              <p:nvPr/>
            </p:nvGrpSpPr>
            <p:grpSpPr>
              <a:xfrm>
                <a:off x="12075" y="212050"/>
                <a:ext cx="9144000" cy="1396425"/>
                <a:chOff x="12075" y="212050"/>
                <a:chExt cx="9144000" cy="1396425"/>
              </a:xfrm>
            </p:grpSpPr>
            <p:cxnSp>
              <p:nvCxnSpPr>
                <p:cNvPr id="651" name="Google Shape;651;p15"/>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52" name="Google Shape;652;p15"/>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53" name="Google Shape;653;p15"/>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54" name="Google Shape;654;p15"/>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655" name="Google Shape;655;p15"/>
              <p:cNvGrpSpPr/>
              <p:nvPr/>
            </p:nvGrpSpPr>
            <p:grpSpPr>
              <a:xfrm>
                <a:off x="12075" y="2073925"/>
                <a:ext cx="9144000" cy="1396425"/>
                <a:chOff x="12075" y="212050"/>
                <a:chExt cx="9144000" cy="1396425"/>
              </a:xfrm>
            </p:grpSpPr>
            <p:cxnSp>
              <p:nvCxnSpPr>
                <p:cNvPr id="656" name="Google Shape;656;p15"/>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57" name="Google Shape;657;p15"/>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58" name="Google Shape;658;p15"/>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59" name="Google Shape;659;p15"/>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660" name="Google Shape;660;p15"/>
              <p:cNvGrpSpPr/>
              <p:nvPr/>
            </p:nvGrpSpPr>
            <p:grpSpPr>
              <a:xfrm>
                <a:off x="12075" y="3935800"/>
                <a:ext cx="9144000" cy="930950"/>
                <a:chOff x="12075" y="212050"/>
                <a:chExt cx="9144000" cy="930950"/>
              </a:xfrm>
            </p:grpSpPr>
            <p:cxnSp>
              <p:nvCxnSpPr>
                <p:cNvPr id="661" name="Google Shape;661;p15"/>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62" name="Google Shape;662;p15"/>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63" name="Google Shape;663;p15"/>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664" name="Google Shape;664;p15"/>
            <p:cNvGrpSpPr/>
            <p:nvPr/>
          </p:nvGrpSpPr>
          <p:grpSpPr>
            <a:xfrm>
              <a:off x="213575" y="-171451"/>
              <a:ext cx="8855100" cy="5467198"/>
              <a:chOff x="213575" y="-171451"/>
              <a:chExt cx="8855100" cy="5467198"/>
            </a:xfrm>
          </p:grpSpPr>
          <p:grpSp>
            <p:nvGrpSpPr>
              <p:cNvPr id="665" name="Google Shape;665;p15"/>
              <p:cNvGrpSpPr/>
              <p:nvPr/>
            </p:nvGrpSpPr>
            <p:grpSpPr>
              <a:xfrm rot="5400000">
                <a:off x="-192674" y="234798"/>
                <a:ext cx="5467198" cy="4654700"/>
                <a:chOff x="12075" y="444775"/>
                <a:chExt cx="9144000" cy="4654700"/>
              </a:xfrm>
            </p:grpSpPr>
            <p:grpSp>
              <p:nvGrpSpPr>
                <p:cNvPr id="666" name="Google Shape;666;p15"/>
                <p:cNvGrpSpPr/>
                <p:nvPr/>
              </p:nvGrpSpPr>
              <p:grpSpPr>
                <a:xfrm>
                  <a:off x="12075" y="444775"/>
                  <a:ext cx="9144000" cy="1396425"/>
                  <a:chOff x="12075" y="444775"/>
                  <a:chExt cx="9144000" cy="1396425"/>
                </a:xfrm>
              </p:grpSpPr>
              <p:cxnSp>
                <p:nvCxnSpPr>
                  <p:cNvPr id="667" name="Google Shape;667;p1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68" name="Google Shape;668;p1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69" name="Google Shape;669;p1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70" name="Google Shape;670;p15"/>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671" name="Google Shape;671;p15"/>
                <p:cNvGrpSpPr/>
                <p:nvPr/>
              </p:nvGrpSpPr>
              <p:grpSpPr>
                <a:xfrm>
                  <a:off x="12075" y="2306650"/>
                  <a:ext cx="9144000" cy="1396425"/>
                  <a:chOff x="12075" y="444775"/>
                  <a:chExt cx="9144000" cy="1396425"/>
                </a:xfrm>
              </p:grpSpPr>
              <p:cxnSp>
                <p:nvCxnSpPr>
                  <p:cNvPr id="672" name="Google Shape;672;p1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73" name="Google Shape;673;p1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74" name="Google Shape;674;p1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75" name="Google Shape;675;p15"/>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676" name="Google Shape;676;p15"/>
                <p:cNvGrpSpPr/>
                <p:nvPr/>
              </p:nvGrpSpPr>
              <p:grpSpPr>
                <a:xfrm>
                  <a:off x="12075" y="4168525"/>
                  <a:ext cx="9144000" cy="930950"/>
                  <a:chOff x="12075" y="444775"/>
                  <a:chExt cx="9144000" cy="930950"/>
                </a:xfrm>
              </p:grpSpPr>
              <p:cxnSp>
                <p:nvCxnSpPr>
                  <p:cNvPr id="677" name="Google Shape;677;p1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78" name="Google Shape;678;p1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79" name="Google Shape;679;p1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680" name="Google Shape;680;p15"/>
              <p:cNvGrpSpPr/>
              <p:nvPr/>
            </p:nvGrpSpPr>
            <p:grpSpPr>
              <a:xfrm rot="5400000">
                <a:off x="4473201" y="700273"/>
                <a:ext cx="5467198" cy="3723750"/>
                <a:chOff x="12075" y="1375725"/>
                <a:chExt cx="9144000" cy="3723750"/>
              </a:xfrm>
            </p:grpSpPr>
            <p:grpSp>
              <p:nvGrpSpPr>
                <p:cNvPr id="681" name="Google Shape;681;p15"/>
                <p:cNvGrpSpPr/>
                <p:nvPr/>
              </p:nvGrpSpPr>
              <p:grpSpPr>
                <a:xfrm>
                  <a:off x="12075" y="1375725"/>
                  <a:ext cx="9144000" cy="465475"/>
                  <a:chOff x="12075" y="1375725"/>
                  <a:chExt cx="9144000" cy="465475"/>
                </a:xfrm>
              </p:grpSpPr>
              <p:cxnSp>
                <p:nvCxnSpPr>
                  <p:cNvPr id="682" name="Google Shape;682;p1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83" name="Google Shape;683;p15"/>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684" name="Google Shape;684;p15"/>
                <p:cNvGrpSpPr/>
                <p:nvPr/>
              </p:nvGrpSpPr>
              <p:grpSpPr>
                <a:xfrm>
                  <a:off x="12075" y="2306650"/>
                  <a:ext cx="9144000" cy="1396425"/>
                  <a:chOff x="12075" y="444775"/>
                  <a:chExt cx="9144000" cy="1396425"/>
                </a:xfrm>
              </p:grpSpPr>
              <p:cxnSp>
                <p:nvCxnSpPr>
                  <p:cNvPr id="685" name="Google Shape;685;p1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86" name="Google Shape;686;p1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87" name="Google Shape;687;p1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88" name="Google Shape;688;p15"/>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689" name="Google Shape;689;p15"/>
                <p:cNvGrpSpPr/>
                <p:nvPr/>
              </p:nvGrpSpPr>
              <p:grpSpPr>
                <a:xfrm>
                  <a:off x="12075" y="4168525"/>
                  <a:ext cx="9144000" cy="930950"/>
                  <a:chOff x="12075" y="444775"/>
                  <a:chExt cx="9144000" cy="930950"/>
                </a:xfrm>
              </p:grpSpPr>
              <p:cxnSp>
                <p:nvCxnSpPr>
                  <p:cNvPr id="690" name="Google Shape;690;p1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91" name="Google Shape;691;p1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692" name="Google Shape;692;p1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sp>
        <p:nvSpPr>
          <p:cNvPr id="693" name="Google Shape;693;p15"/>
          <p:cNvSpPr txBox="1"/>
          <p:nvPr>
            <p:ph type="title"/>
          </p:nvPr>
        </p:nvSpPr>
        <p:spPr>
          <a:xfrm>
            <a:off x="720000" y="1092013"/>
            <a:ext cx="3519600" cy="1843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lgn="l">
              <a:spcBef>
                <a:spcPts val="0"/>
              </a:spcBef>
              <a:spcAft>
                <a:spcPts val="0"/>
              </a:spcAft>
              <a:buSzPts val="3500"/>
              <a:buNone/>
              <a:defRPr/>
            </a:lvl2pPr>
            <a:lvl3pPr lvl="2" rtl="0" algn="l">
              <a:spcBef>
                <a:spcPts val="0"/>
              </a:spcBef>
              <a:spcAft>
                <a:spcPts val="0"/>
              </a:spcAft>
              <a:buSzPts val="3500"/>
              <a:buNone/>
              <a:defRPr/>
            </a:lvl3pPr>
            <a:lvl4pPr lvl="3" rtl="0" algn="l">
              <a:spcBef>
                <a:spcPts val="0"/>
              </a:spcBef>
              <a:spcAft>
                <a:spcPts val="0"/>
              </a:spcAft>
              <a:buSzPts val="3500"/>
              <a:buNone/>
              <a:defRPr/>
            </a:lvl4pPr>
            <a:lvl5pPr lvl="4" rtl="0" algn="l">
              <a:spcBef>
                <a:spcPts val="0"/>
              </a:spcBef>
              <a:spcAft>
                <a:spcPts val="0"/>
              </a:spcAft>
              <a:buSzPts val="3500"/>
              <a:buNone/>
              <a:defRPr/>
            </a:lvl5pPr>
            <a:lvl6pPr lvl="5" rtl="0" algn="l">
              <a:spcBef>
                <a:spcPts val="0"/>
              </a:spcBef>
              <a:spcAft>
                <a:spcPts val="0"/>
              </a:spcAft>
              <a:buSzPts val="3500"/>
              <a:buNone/>
              <a:defRPr/>
            </a:lvl6pPr>
            <a:lvl7pPr lvl="6" rtl="0" algn="l">
              <a:spcBef>
                <a:spcPts val="0"/>
              </a:spcBef>
              <a:spcAft>
                <a:spcPts val="0"/>
              </a:spcAft>
              <a:buSzPts val="3500"/>
              <a:buNone/>
              <a:defRPr/>
            </a:lvl7pPr>
            <a:lvl8pPr lvl="7" rtl="0" algn="l">
              <a:spcBef>
                <a:spcPts val="0"/>
              </a:spcBef>
              <a:spcAft>
                <a:spcPts val="0"/>
              </a:spcAft>
              <a:buSzPts val="3500"/>
              <a:buNone/>
              <a:defRPr/>
            </a:lvl8pPr>
            <a:lvl9pPr lvl="8" rtl="0" algn="l">
              <a:spcBef>
                <a:spcPts val="0"/>
              </a:spcBef>
              <a:spcAft>
                <a:spcPts val="0"/>
              </a:spcAft>
              <a:buSzPts val="3500"/>
              <a:buNone/>
              <a:defRPr/>
            </a:lvl9pPr>
          </a:lstStyle>
          <a:p/>
        </p:txBody>
      </p:sp>
      <p:sp>
        <p:nvSpPr>
          <p:cNvPr id="694" name="Google Shape;694;p15"/>
          <p:cNvSpPr txBox="1"/>
          <p:nvPr>
            <p:ph idx="1" type="subTitle"/>
          </p:nvPr>
        </p:nvSpPr>
        <p:spPr>
          <a:xfrm>
            <a:off x="720000" y="2935188"/>
            <a:ext cx="3519600" cy="111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95" name="Google Shape;695;p15"/>
          <p:cNvSpPr/>
          <p:nvPr>
            <p:ph idx="2" type="pic"/>
          </p:nvPr>
        </p:nvSpPr>
        <p:spPr>
          <a:xfrm>
            <a:off x="5520775" y="533863"/>
            <a:ext cx="2910000" cy="4075800"/>
          </a:xfrm>
          <a:prstGeom prst="roundRect">
            <a:avLst>
              <a:gd fmla="val 6529" name="adj"/>
            </a:avLst>
          </a:prstGeom>
          <a:noFill/>
          <a:ln cap="flat" cmpd="sng" w="9525">
            <a:solidFill>
              <a:schemeClr val="dk2"/>
            </a:solidFill>
            <a:prstDash val="solid"/>
            <a:round/>
            <a:headEnd len="sm" w="sm" type="none"/>
            <a:tailEnd len="sm" w="sm" type="none"/>
          </a:ln>
        </p:spPr>
      </p:sp>
      <p:grpSp>
        <p:nvGrpSpPr>
          <p:cNvPr id="696" name="Google Shape;696;p15"/>
          <p:cNvGrpSpPr/>
          <p:nvPr/>
        </p:nvGrpSpPr>
        <p:grpSpPr>
          <a:xfrm>
            <a:off x="-7" y="167200"/>
            <a:ext cx="8952587" cy="4867172"/>
            <a:chOff x="-7" y="167200"/>
            <a:chExt cx="8952587" cy="4867172"/>
          </a:xfrm>
        </p:grpSpPr>
        <p:grpSp>
          <p:nvGrpSpPr>
            <p:cNvPr id="697" name="Google Shape;697;p15"/>
            <p:cNvGrpSpPr/>
            <p:nvPr/>
          </p:nvGrpSpPr>
          <p:grpSpPr>
            <a:xfrm>
              <a:off x="-7" y="167200"/>
              <a:ext cx="1266969" cy="226225"/>
              <a:chOff x="-7" y="167200"/>
              <a:chExt cx="1266969" cy="226225"/>
            </a:xfrm>
          </p:grpSpPr>
          <p:sp>
            <p:nvSpPr>
              <p:cNvPr id="698" name="Google Shape;698;p15"/>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5"/>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0" name="Google Shape;700;p15"/>
            <p:cNvGrpSpPr/>
            <p:nvPr/>
          </p:nvGrpSpPr>
          <p:grpSpPr>
            <a:xfrm>
              <a:off x="4890282" y="4643609"/>
              <a:ext cx="4062298" cy="390763"/>
              <a:chOff x="4890282" y="4643609"/>
              <a:chExt cx="4062298" cy="390763"/>
            </a:xfrm>
          </p:grpSpPr>
          <p:sp>
            <p:nvSpPr>
              <p:cNvPr id="701" name="Google Shape;701;p15"/>
              <p:cNvSpPr/>
              <p:nvPr/>
            </p:nvSpPr>
            <p:spPr>
              <a:xfrm>
                <a:off x="8561631" y="4643609"/>
                <a:ext cx="390949" cy="390763"/>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5"/>
              <p:cNvSpPr/>
              <p:nvPr/>
            </p:nvSpPr>
            <p:spPr>
              <a:xfrm>
                <a:off x="4890282" y="4751143"/>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703" name="Shape 703"/>
        <p:cNvGrpSpPr/>
        <p:nvPr/>
      </p:nvGrpSpPr>
      <p:grpSpPr>
        <a:xfrm>
          <a:off x="0" y="0"/>
          <a:ext cx="0" cy="0"/>
          <a:chOff x="0" y="0"/>
          <a:chExt cx="0" cy="0"/>
        </a:xfrm>
      </p:grpSpPr>
      <p:grpSp>
        <p:nvGrpSpPr>
          <p:cNvPr id="704" name="Google Shape;704;p16"/>
          <p:cNvGrpSpPr/>
          <p:nvPr/>
        </p:nvGrpSpPr>
        <p:grpSpPr>
          <a:xfrm flipH="1">
            <a:off x="0" y="-161849"/>
            <a:ext cx="9144000" cy="5467198"/>
            <a:chOff x="0" y="-171451"/>
            <a:chExt cx="9144000" cy="5467198"/>
          </a:xfrm>
        </p:grpSpPr>
        <p:grpSp>
          <p:nvGrpSpPr>
            <p:cNvPr id="705" name="Google Shape;705;p16"/>
            <p:cNvGrpSpPr/>
            <p:nvPr/>
          </p:nvGrpSpPr>
          <p:grpSpPr>
            <a:xfrm>
              <a:off x="0" y="135850"/>
              <a:ext cx="9144000" cy="4654700"/>
              <a:chOff x="12075" y="212050"/>
              <a:chExt cx="9144000" cy="4654700"/>
            </a:xfrm>
          </p:grpSpPr>
          <p:grpSp>
            <p:nvGrpSpPr>
              <p:cNvPr id="706" name="Google Shape;706;p16"/>
              <p:cNvGrpSpPr/>
              <p:nvPr/>
            </p:nvGrpSpPr>
            <p:grpSpPr>
              <a:xfrm>
                <a:off x="12075" y="212050"/>
                <a:ext cx="9144000" cy="1396425"/>
                <a:chOff x="12075" y="212050"/>
                <a:chExt cx="9144000" cy="1396425"/>
              </a:xfrm>
            </p:grpSpPr>
            <p:cxnSp>
              <p:nvCxnSpPr>
                <p:cNvPr id="707" name="Google Shape;707;p16"/>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08" name="Google Shape;708;p16"/>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09" name="Google Shape;709;p16"/>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10" name="Google Shape;710;p16"/>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11" name="Google Shape;711;p16"/>
              <p:cNvGrpSpPr/>
              <p:nvPr/>
            </p:nvGrpSpPr>
            <p:grpSpPr>
              <a:xfrm>
                <a:off x="12075" y="2073925"/>
                <a:ext cx="9144000" cy="1396425"/>
                <a:chOff x="12075" y="212050"/>
                <a:chExt cx="9144000" cy="1396425"/>
              </a:xfrm>
            </p:grpSpPr>
            <p:cxnSp>
              <p:nvCxnSpPr>
                <p:cNvPr id="712" name="Google Shape;712;p16"/>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13" name="Google Shape;713;p16"/>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14" name="Google Shape;714;p16"/>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15" name="Google Shape;715;p16"/>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16" name="Google Shape;716;p16"/>
              <p:cNvGrpSpPr/>
              <p:nvPr/>
            </p:nvGrpSpPr>
            <p:grpSpPr>
              <a:xfrm>
                <a:off x="12075" y="3935800"/>
                <a:ext cx="9144000" cy="930950"/>
                <a:chOff x="12075" y="212050"/>
                <a:chExt cx="9144000" cy="930950"/>
              </a:xfrm>
            </p:grpSpPr>
            <p:cxnSp>
              <p:nvCxnSpPr>
                <p:cNvPr id="717" name="Google Shape;717;p16"/>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18" name="Google Shape;718;p16"/>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19" name="Google Shape;719;p16"/>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720" name="Google Shape;720;p16"/>
            <p:cNvGrpSpPr/>
            <p:nvPr/>
          </p:nvGrpSpPr>
          <p:grpSpPr>
            <a:xfrm>
              <a:off x="213575" y="-171451"/>
              <a:ext cx="8855100" cy="5467198"/>
              <a:chOff x="213575" y="-171451"/>
              <a:chExt cx="8855100" cy="5467198"/>
            </a:xfrm>
          </p:grpSpPr>
          <p:grpSp>
            <p:nvGrpSpPr>
              <p:cNvPr id="721" name="Google Shape;721;p16"/>
              <p:cNvGrpSpPr/>
              <p:nvPr/>
            </p:nvGrpSpPr>
            <p:grpSpPr>
              <a:xfrm rot="5400000">
                <a:off x="-192674" y="234798"/>
                <a:ext cx="5467198" cy="4654700"/>
                <a:chOff x="12075" y="444775"/>
                <a:chExt cx="9144000" cy="4654700"/>
              </a:xfrm>
            </p:grpSpPr>
            <p:grpSp>
              <p:nvGrpSpPr>
                <p:cNvPr id="722" name="Google Shape;722;p16"/>
                <p:cNvGrpSpPr/>
                <p:nvPr/>
              </p:nvGrpSpPr>
              <p:grpSpPr>
                <a:xfrm>
                  <a:off x="12075" y="444775"/>
                  <a:ext cx="9144000" cy="1396425"/>
                  <a:chOff x="12075" y="444775"/>
                  <a:chExt cx="9144000" cy="1396425"/>
                </a:xfrm>
              </p:grpSpPr>
              <p:cxnSp>
                <p:nvCxnSpPr>
                  <p:cNvPr id="723" name="Google Shape;723;p1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24" name="Google Shape;724;p1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25" name="Google Shape;725;p1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26" name="Google Shape;726;p16"/>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27" name="Google Shape;727;p16"/>
                <p:cNvGrpSpPr/>
                <p:nvPr/>
              </p:nvGrpSpPr>
              <p:grpSpPr>
                <a:xfrm>
                  <a:off x="12075" y="2306650"/>
                  <a:ext cx="9144000" cy="1396425"/>
                  <a:chOff x="12075" y="444775"/>
                  <a:chExt cx="9144000" cy="1396425"/>
                </a:xfrm>
              </p:grpSpPr>
              <p:cxnSp>
                <p:nvCxnSpPr>
                  <p:cNvPr id="728" name="Google Shape;728;p1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29" name="Google Shape;729;p1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30" name="Google Shape;730;p1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31" name="Google Shape;731;p16"/>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32" name="Google Shape;732;p16"/>
                <p:cNvGrpSpPr/>
                <p:nvPr/>
              </p:nvGrpSpPr>
              <p:grpSpPr>
                <a:xfrm>
                  <a:off x="12075" y="4168525"/>
                  <a:ext cx="9144000" cy="930950"/>
                  <a:chOff x="12075" y="444775"/>
                  <a:chExt cx="9144000" cy="930950"/>
                </a:xfrm>
              </p:grpSpPr>
              <p:cxnSp>
                <p:nvCxnSpPr>
                  <p:cNvPr id="733" name="Google Shape;733;p1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34" name="Google Shape;734;p1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35" name="Google Shape;735;p1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736" name="Google Shape;736;p16"/>
              <p:cNvGrpSpPr/>
              <p:nvPr/>
            </p:nvGrpSpPr>
            <p:grpSpPr>
              <a:xfrm rot="5400000">
                <a:off x="4473201" y="700273"/>
                <a:ext cx="5467198" cy="3723750"/>
                <a:chOff x="12075" y="1375725"/>
                <a:chExt cx="9144000" cy="3723750"/>
              </a:xfrm>
            </p:grpSpPr>
            <p:grpSp>
              <p:nvGrpSpPr>
                <p:cNvPr id="737" name="Google Shape;737;p16"/>
                <p:cNvGrpSpPr/>
                <p:nvPr/>
              </p:nvGrpSpPr>
              <p:grpSpPr>
                <a:xfrm>
                  <a:off x="12075" y="1375725"/>
                  <a:ext cx="9144000" cy="465475"/>
                  <a:chOff x="12075" y="1375725"/>
                  <a:chExt cx="9144000" cy="465475"/>
                </a:xfrm>
              </p:grpSpPr>
              <p:cxnSp>
                <p:nvCxnSpPr>
                  <p:cNvPr id="738" name="Google Shape;738;p1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39" name="Google Shape;739;p16"/>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40" name="Google Shape;740;p16"/>
                <p:cNvGrpSpPr/>
                <p:nvPr/>
              </p:nvGrpSpPr>
              <p:grpSpPr>
                <a:xfrm>
                  <a:off x="12075" y="2306650"/>
                  <a:ext cx="9144000" cy="1396425"/>
                  <a:chOff x="12075" y="444775"/>
                  <a:chExt cx="9144000" cy="1396425"/>
                </a:xfrm>
              </p:grpSpPr>
              <p:cxnSp>
                <p:nvCxnSpPr>
                  <p:cNvPr id="741" name="Google Shape;741;p1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42" name="Google Shape;742;p1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43" name="Google Shape;743;p1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44" name="Google Shape;744;p16"/>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45" name="Google Shape;745;p16"/>
                <p:cNvGrpSpPr/>
                <p:nvPr/>
              </p:nvGrpSpPr>
              <p:grpSpPr>
                <a:xfrm>
                  <a:off x="12075" y="4168525"/>
                  <a:ext cx="9144000" cy="930950"/>
                  <a:chOff x="12075" y="444775"/>
                  <a:chExt cx="9144000" cy="930950"/>
                </a:xfrm>
              </p:grpSpPr>
              <p:cxnSp>
                <p:nvCxnSpPr>
                  <p:cNvPr id="746" name="Google Shape;746;p1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47" name="Google Shape;747;p1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48" name="Google Shape;748;p1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grpSp>
        <p:nvGrpSpPr>
          <p:cNvPr id="749" name="Google Shape;749;p16"/>
          <p:cNvGrpSpPr/>
          <p:nvPr/>
        </p:nvGrpSpPr>
        <p:grpSpPr>
          <a:xfrm>
            <a:off x="-7" y="167200"/>
            <a:ext cx="8952587" cy="4867172"/>
            <a:chOff x="-7" y="167200"/>
            <a:chExt cx="8952587" cy="4867172"/>
          </a:xfrm>
        </p:grpSpPr>
        <p:grpSp>
          <p:nvGrpSpPr>
            <p:cNvPr id="750" name="Google Shape;750;p16"/>
            <p:cNvGrpSpPr/>
            <p:nvPr/>
          </p:nvGrpSpPr>
          <p:grpSpPr>
            <a:xfrm>
              <a:off x="-7" y="167200"/>
              <a:ext cx="1266969" cy="226225"/>
              <a:chOff x="-7" y="167200"/>
              <a:chExt cx="1266969" cy="226225"/>
            </a:xfrm>
          </p:grpSpPr>
          <p:sp>
            <p:nvSpPr>
              <p:cNvPr id="751" name="Google Shape;751;p16"/>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6"/>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3" name="Google Shape;753;p16"/>
            <p:cNvSpPr/>
            <p:nvPr/>
          </p:nvSpPr>
          <p:spPr>
            <a:xfrm>
              <a:off x="8561631" y="4643609"/>
              <a:ext cx="390949" cy="390763"/>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4" name="Google Shape;754;p16"/>
          <p:cNvSpPr txBox="1"/>
          <p:nvPr>
            <p:ph type="title"/>
          </p:nvPr>
        </p:nvSpPr>
        <p:spPr>
          <a:xfrm>
            <a:off x="893125" y="1508550"/>
            <a:ext cx="2697600" cy="1063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lgn="l">
              <a:spcBef>
                <a:spcPts val="0"/>
              </a:spcBef>
              <a:spcAft>
                <a:spcPts val="0"/>
              </a:spcAft>
              <a:buSzPts val="3500"/>
              <a:buNone/>
              <a:defRPr/>
            </a:lvl2pPr>
            <a:lvl3pPr lvl="2" rtl="0" algn="l">
              <a:spcBef>
                <a:spcPts val="0"/>
              </a:spcBef>
              <a:spcAft>
                <a:spcPts val="0"/>
              </a:spcAft>
              <a:buSzPts val="3500"/>
              <a:buNone/>
              <a:defRPr/>
            </a:lvl3pPr>
            <a:lvl4pPr lvl="3" rtl="0" algn="l">
              <a:spcBef>
                <a:spcPts val="0"/>
              </a:spcBef>
              <a:spcAft>
                <a:spcPts val="0"/>
              </a:spcAft>
              <a:buSzPts val="3500"/>
              <a:buNone/>
              <a:defRPr/>
            </a:lvl4pPr>
            <a:lvl5pPr lvl="4" rtl="0" algn="l">
              <a:spcBef>
                <a:spcPts val="0"/>
              </a:spcBef>
              <a:spcAft>
                <a:spcPts val="0"/>
              </a:spcAft>
              <a:buSzPts val="3500"/>
              <a:buNone/>
              <a:defRPr/>
            </a:lvl5pPr>
            <a:lvl6pPr lvl="5" rtl="0" algn="l">
              <a:spcBef>
                <a:spcPts val="0"/>
              </a:spcBef>
              <a:spcAft>
                <a:spcPts val="0"/>
              </a:spcAft>
              <a:buSzPts val="3500"/>
              <a:buNone/>
              <a:defRPr/>
            </a:lvl6pPr>
            <a:lvl7pPr lvl="6" rtl="0" algn="l">
              <a:spcBef>
                <a:spcPts val="0"/>
              </a:spcBef>
              <a:spcAft>
                <a:spcPts val="0"/>
              </a:spcAft>
              <a:buSzPts val="3500"/>
              <a:buNone/>
              <a:defRPr/>
            </a:lvl7pPr>
            <a:lvl8pPr lvl="7" rtl="0" algn="l">
              <a:spcBef>
                <a:spcPts val="0"/>
              </a:spcBef>
              <a:spcAft>
                <a:spcPts val="0"/>
              </a:spcAft>
              <a:buSzPts val="3500"/>
              <a:buNone/>
              <a:defRPr/>
            </a:lvl8pPr>
            <a:lvl9pPr lvl="8" rtl="0" algn="l">
              <a:spcBef>
                <a:spcPts val="0"/>
              </a:spcBef>
              <a:spcAft>
                <a:spcPts val="0"/>
              </a:spcAft>
              <a:buSzPts val="3500"/>
              <a:buNone/>
              <a:defRPr/>
            </a:lvl9pPr>
          </a:lstStyle>
          <a:p/>
        </p:txBody>
      </p:sp>
      <p:sp>
        <p:nvSpPr>
          <p:cNvPr id="755" name="Google Shape;755;p16"/>
          <p:cNvSpPr txBox="1"/>
          <p:nvPr>
            <p:ph idx="1" type="subTitle"/>
          </p:nvPr>
        </p:nvSpPr>
        <p:spPr>
          <a:xfrm>
            <a:off x="893125" y="2571750"/>
            <a:ext cx="2697600" cy="1063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756" name="Shape 756"/>
        <p:cNvGrpSpPr/>
        <p:nvPr/>
      </p:nvGrpSpPr>
      <p:grpSpPr>
        <a:xfrm>
          <a:off x="0" y="0"/>
          <a:ext cx="0" cy="0"/>
          <a:chOff x="0" y="0"/>
          <a:chExt cx="0" cy="0"/>
        </a:xfrm>
      </p:grpSpPr>
      <p:grpSp>
        <p:nvGrpSpPr>
          <p:cNvPr id="757" name="Google Shape;757;p17"/>
          <p:cNvGrpSpPr/>
          <p:nvPr/>
        </p:nvGrpSpPr>
        <p:grpSpPr>
          <a:xfrm flipH="1">
            <a:off x="0" y="-161849"/>
            <a:ext cx="9144000" cy="5467198"/>
            <a:chOff x="0" y="-171451"/>
            <a:chExt cx="9144000" cy="5467198"/>
          </a:xfrm>
        </p:grpSpPr>
        <p:grpSp>
          <p:nvGrpSpPr>
            <p:cNvPr id="758" name="Google Shape;758;p17"/>
            <p:cNvGrpSpPr/>
            <p:nvPr/>
          </p:nvGrpSpPr>
          <p:grpSpPr>
            <a:xfrm>
              <a:off x="0" y="135850"/>
              <a:ext cx="9144000" cy="4654700"/>
              <a:chOff x="12075" y="212050"/>
              <a:chExt cx="9144000" cy="4654700"/>
            </a:xfrm>
          </p:grpSpPr>
          <p:grpSp>
            <p:nvGrpSpPr>
              <p:cNvPr id="759" name="Google Shape;759;p17"/>
              <p:cNvGrpSpPr/>
              <p:nvPr/>
            </p:nvGrpSpPr>
            <p:grpSpPr>
              <a:xfrm>
                <a:off x="12075" y="212050"/>
                <a:ext cx="9144000" cy="1396425"/>
                <a:chOff x="12075" y="212050"/>
                <a:chExt cx="9144000" cy="1396425"/>
              </a:xfrm>
            </p:grpSpPr>
            <p:cxnSp>
              <p:nvCxnSpPr>
                <p:cNvPr id="760" name="Google Shape;760;p17"/>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61" name="Google Shape;761;p17"/>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62" name="Google Shape;762;p17"/>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63" name="Google Shape;763;p17"/>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64" name="Google Shape;764;p17"/>
              <p:cNvGrpSpPr/>
              <p:nvPr/>
            </p:nvGrpSpPr>
            <p:grpSpPr>
              <a:xfrm>
                <a:off x="12075" y="2073925"/>
                <a:ext cx="9144000" cy="1396425"/>
                <a:chOff x="12075" y="212050"/>
                <a:chExt cx="9144000" cy="1396425"/>
              </a:xfrm>
            </p:grpSpPr>
            <p:cxnSp>
              <p:nvCxnSpPr>
                <p:cNvPr id="765" name="Google Shape;765;p17"/>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66" name="Google Shape;766;p17"/>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67" name="Google Shape;767;p17"/>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68" name="Google Shape;768;p17"/>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69" name="Google Shape;769;p17"/>
              <p:cNvGrpSpPr/>
              <p:nvPr/>
            </p:nvGrpSpPr>
            <p:grpSpPr>
              <a:xfrm>
                <a:off x="12075" y="3935800"/>
                <a:ext cx="9144000" cy="930950"/>
                <a:chOff x="12075" y="212050"/>
                <a:chExt cx="9144000" cy="930950"/>
              </a:xfrm>
            </p:grpSpPr>
            <p:cxnSp>
              <p:nvCxnSpPr>
                <p:cNvPr id="770" name="Google Shape;770;p17"/>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71" name="Google Shape;771;p17"/>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72" name="Google Shape;772;p17"/>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773" name="Google Shape;773;p17"/>
            <p:cNvGrpSpPr/>
            <p:nvPr/>
          </p:nvGrpSpPr>
          <p:grpSpPr>
            <a:xfrm>
              <a:off x="213575" y="-171451"/>
              <a:ext cx="8855100" cy="5467198"/>
              <a:chOff x="213575" y="-171451"/>
              <a:chExt cx="8855100" cy="5467198"/>
            </a:xfrm>
          </p:grpSpPr>
          <p:grpSp>
            <p:nvGrpSpPr>
              <p:cNvPr id="774" name="Google Shape;774;p17"/>
              <p:cNvGrpSpPr/>
              <p:nvPr/>
            </p:nvGrpSpPr>
            <p:grpSpPr>
              <a:xfrm rot="5400000">
                <a:off x="-192674" y="234798"/>
                <a:ext cx="5467198" cy="4654700"/>
                <a:chOff x="12075" y="444775"/>
                <a:chExt cx="9144000" cy="4654700"/>
              </a:xfrm>
            </p:grpSpPr>
            <p:grpSp>
              <p:nvGrpSpPr>
                <p:cNvPr id="775" name="Google Shape;775;p17"/>
                <p:cNvGrpSpPr/>
                <p:nvPr/>
              </p:nvGrpSpPr>
              <p:grpSpPr>
                <a:xfrm>
                  <a:off x="12075" y="444775"/>
                  <a:ext cx="9144000" cy="1396425"/>
                  <a:chOff x="12075" y="444775"/>
                  <a:chExt cx="9144000" cy="1396425"/>
                </a:xfrm>
              </p:grpSpPr>
              <p:cxnSp>
                <p:nvCxnSpPr>
                  <p:cNvPr id="776" name="Google Shape;776;p1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77" name="Google Shape;777;p1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78" name="Google Shape;778;p1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79" name="Google Shape;779;p17"/>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80" name="Google Shape;780;p17"/>
                <p:cNvGrpSpPr/>
                <p:nvPr/>
              </p:nvGrpSpPr>
              <p:grpSpPr>
                <a:xfrm>
                  <a:off x="12075" y="2306650"/>
                  <a:ext cx="9144000" cy="1396425"/>
                  <a:chOff x="12075" y="444775"/>
                  <a:chExt cx="9144000" cy="1396425"/>
                </a:xfrm>
              </p:grpSpPr>
              <p:cxnSp>
                <p:nvCxnSpPr>
                  <p:cNvPr id="781" name="Google Shape;781;p1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82" name="Google Shape;782;p1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83" name="Google Shape;783;p1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84" name="Google Shape;784;p17"/>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85" name="Google Shape;785;p17"/>
                <p:cNvGrpSpPr/>
                <p:nvPr/>
              </p:nvGrpSpPr>
              <p:grpSpPr>
                <a:xfrm>
                  <a:off x="12075" y="4168525"/>
                  <a:ext cx="9144000" cy="930950"/>
                  <a:chOff x="12075" y="444775"/>
                  <a:chExt cx="9144000" cy="930950"/>
                </a:xfrm>
              </p:grpSpPr>
              <p:cxnSp>
                <p:nvCxnSpPr>
                  <p:cNvPr id="786" name="Google Shape;786;p1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87" name="Google Shape;787;p1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88" name="Google Shape;788;p1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789" name="Google Shape;789;p17"/>
              <p:cNvGrpSpPr/>
              <p:nvPr/>
            </p:nvGrpSpPr>
            <p:grpSpPr>
              <a:xfrm rot="5400000">
                <a:off x="4473201" y="700273"/>
                <a:ext cx="5467198" cy="3723750"/>
                <a:chOff x="12075" y="1375725"/>
                <a:chExt cx="9144000" cy="3723750"/>
              </a:xfrm>
            </p:grpSpPr>
            <p:grpSp>
              <p:nvGrpSpPr>
                <p:cNvPr id="790" name="Google Shape;790;p17"/>
                <p:cNvGrpSpPr/>
                <p:nvPr/>
              </p:nvGrpSpPr>
              <p:grpSpPr>
                <a:xfrm>
                  <a:off x="12075" y="1375725"/>
                  <a:ext cx="9144000" cy="465475"/>
                  <a:chOff x="12075" y="1375725"/>
                  <a:chExt cx="9144000" cy="465475"/>
                </a:xfrm>
              </p:grpSpPr>
              <p:cxnSp>
                <p:nvCxnSpPr>
                  <p:cNvPr id="791" name="Google Shape;791;p1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92" name="Google Shape;792;p17"/>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93" name="Google Shape;793;p17"/>
                <p:cNvGrpSpPr/>
                <p:nvPr/>
              </p:nvGrpSpPr>
              <p:grpSpPr>
                <a:xfrm>
                  <a:off x="12075" y="2306650"/>
                  <a:ext cx="9144000" cy="1396425"/>
                  <a:chOff x="12075" y="444775"/>
                  <a:chExt cx="9144000" cy="1396425"/>
                </a:xfrm>
              </p:grpSpPr>
              <p:cxnSp>
                <p:nvCxnSpPr>
                  <p:cNvPr id="794" name="Google Shape;794;p1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95" name="Google Shape;795;p1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96" name="Google Shape;796;p1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797" name="Google Shape;797;p17"/>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798" name="Google Shape;798;p17"/>
                <p:cNvGrpSpPr/>
                <p:nvPr/>
              </p:nvGrpSpPr>
              <p:grpSpPr>
                <a:xfrm>
                  <a:off x="12075" y="4168525"/>
                  <a:ext cx="9144000" cy="930950"/>
                  <a:chOff x="12075" y="444775"/>
                  <a:chExt cx="9144000" cy="930950"/>
                </a:xfrm>
              </p:grpSpPr>
              <p:cxnSp>
                <p:nvCxnSpPr>
                  <p:cNvPr id="799" name="Google Shape;799;p1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00" name="Google Shape;800;p1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01" name="Google Shape;801;p1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grpSp>
        <p:nvGrpSpPr>
          <p:cNvPr id="802" name="Google Shape;802;p17"/>
          <p:cNvGrpSpPr/>
          <p:nvPr/>
        </p:nvGrpSpPr>
        <p:grpSpPr>
          <a:xfrm>
            <a:off x="-7" y="117416"/>
            <a:ext cx="8941384" cy="4905859"/>
            <a:chOff x="-7" y="117416"/>
            <a:chExt cx="8941384" cy="4905859"/>
          </a:xfrm>
        </p:grpSpPr>
        <p:grpSp>
          <p:nvGrpSpPr>
            <p:cNvPr id="803" name="Google Shape;803;p17"/>
            <p:cNvGrpSpPr/>
            <p:nvPr/>
          </p:nvGrpSpPr>
          <p:grpSpPr>
            <a:xfrm>
              <a:off x="-7" y="4797050"/>
              <a:ext cx="1266969" cy="226225"/>
              <a:chOff x="-7" y="167200"/>
              <a:chExt cx="1266969" cy="226225"/>
            </a:xfrm>
          </p:grpSpPr>
          <p:sp>
            <p:nvSpPr>
              <p:cNvPr id="804" name="Google Shape;804;p17"/>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7"/>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6" name="Google Shape;806;p17"/>
            <p:cNvSpPr/>
            <p:nvPr/>
          </p:nvSpPr>
          <p:spPr>
            <a:xfrm>
              <a:off x="8608176" y="4514350"/>
              <a:ext cx="333201" cy="333048"/>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7"/>
            <p:cNvSpPr/>
            <p:nvPr/>
          </p:nvSpPr>
          <p:spPr>
            <a:xfrm>
              <a:off x="1861082" y="117416"/>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8" name="Google Shape;808;p17"/>
          <p:cNvSpPr txBox="1"/>
          <p:nvPr>
            <p:ph type="title"/>
          </p:nvPr>
        </p:nvSpPr>
        <p:spPr>
          <a:xfrm>
            <a:off x="5516826" y="1395925"/>
            <a:ext cx="2668200" cy="1060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09" name="Google Shape;809;p17"/>
          <p:cNvSpPr txBox="1"/>
          <p:nvPr>
            <p:ph idx="1" type="subTitle"/>
          </p:nvPr>
        </p:nvSpPr>
        <p:spPr>
          <a:xfrm>
            <a:off x="5516953" y="2456725"/>
            <a:ext cx="2668200" cy="1080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810" name="Shape 810"/>
        <p:cNvGrpSpPr/>
        <p:nvPr/>
      </p:nvGrpSpPr>
      <p:grpSpPr>
        <a:xfrm>
          <a:off x="0" y="0"/>
          <a:ext cx="0" cy="0"/>
          <a:chOff x="0" y="0"/>
          <a:chExt cx="0" cy="0"/>
        </a:xfrm>
      </p:grpSpPr>
      <p:grpSp>
        <p:nvGrpSpPr>
          <p:cNvPr id="811" name="Google Shape;811;p18"/>
          <p:cNvGrpSpPr/>
          <p:nvPr/>
        </p:nvGrpSpPr>
        <p:grpSpPr>
          <a:xfrm flipH="1">
            <a:off x="0" y="-161849"/>
            <a:ext cx="9144000" cy="5467198"/>
            <a:chOff x="0" y="-171451"/>
            <a:chExt cx="9144000" cy="5467198"/>
          </a:xfrm>
        </p:grpSpPr>
        <p:grpSp>
          <p:nvGrpSpPr>
            <p:cNvPr id="812" name="Google Shape;812;p18"/>
            <p:cNvGrpSpPr/>
            <p:nvPr/>
          </p:nvGrpSpPr>
          <p:grpSpPr>
            <a:xfrm>
              <a:off x="0" y="135850"/>
              <a:ext cx="9144000" cy="4654700"/>
              <a:chOff x="12075" y="212050"/>
              <a:chExt cx="9144000" cy="4654700"/>
            </a:xfrm>
          </p:grpSpPr>
          <p:grpSp>
            <p:nvGrpSpPr>
              <p:cNvPr id="813" name="Google Shape;813;p18"/>
              <p:cNvGrpSpPr/>
              <p:nvPr/>
            </p:nvGrpSpPr>
            <p:grpSpPr>
              <a:xfrm>
                <a:off x="12075" y="212050"/>
                <a:ext cx="9144000" cy="1396425"/>
                <a:chOff x="12075" y="212050"/>
                <a:chExt cx="9144000" cy="1396425"/>
              </a:xfrm>
            </p:grpSpPr>
            <p:cxnSp>
              <p:nvCxnSpPr>
                <p:cNvPr id="814" name="Google Shape;814;p18"/>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15" name="Google Shape;815;p18"/>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16" name="Google Shape;816;p18"/>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17" name="Google Shape;817;p18"/>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818" name="Google Shape;818;p18"/>
              <p:cNvGrpSpPr/>
              <p:nvPr/>
            </p:nvGrpSpPr>
            <p:grpSpPr>
              <a:xfrm>
                <a:off x="12075" y="2073925"/>
                <a:ext cx="9144000" cy="1396425"/>
                <a:chOff x="12075" y="212050"/>
                <a:chExt cx="9144000" cy="1396425"/>
              </a:xfrm>
            </p:grpSpPr>
            <p:cxnSp>
              <p:nvCxnSpPr>
                <p:cNvPr id="819" name="Google Shape;819;p18"/>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20" name="Google Shape;820;p18"/>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21" name="Google Shape;821;p18"/>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22" name="Google Shape;822;p18"/>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823" name="Google Shape;823;p18"/>
              <p:cNvGrpSpPr/>
              <p:nvPr/>
            </p:nvGrpSpPr>
            <p:grpSpPr>
              <a:xfrm>
                <a:off x="12075" y="3935800"/>
                <a:ext cx="9144000" cy="930950"/>
                <a:chOff x="12075" y="212050"/>
                <a:chExt cx="9144000" cy="930950"/>
              </a:xfrm>
            </p:grpSpPr>
            <p:cxnSp>
              <p:nvCxnSpPr>
                <p:cNvPr id="824" name="Google Shape;824;p18"/>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25" name="Google Shape;825;p18"/>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26" name="Google Shape;826;p18"/>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827" name="Google Shape;827;p18"/>
            <p:cNvGrpSpPr/>
            <p:nvPr/>
          </p:nvGrpSpPr>
          <p:grpSpPr>
            <a:xfrm>
              <a:off x="213575" y="-171451"/>
              <a:ext cx="8855100" cy="5467198"/>
              <a:chOff x="213575" y="-171451"/>
              <a:chExt cx="8855100" cy="5467198"/>
            </a:xfrm>
          </p:grpSpPr>
          <p:grpSp>
            <p:nvGrpSpPr>
              <p:cNvPr id="828" name="Google Shape;828;p18"/>
              <p:cNvGrpSpPr/>
              <p:nvPr/>
            </p:nvGrpSpPr>
            <p:grpSpPr>
              <a:xfrm rot="5400000">
                <a:off x="-192674" y="234798"/>
                <a:ext cx="5467198" cy="4654700"/>
                <a:chOff x="12075" y="444775"/>
                <a:chExt cx="9144000" cy="4654700"/>
              </a:xfrm>
            </p:grpSpPr>
            <p:grpSp>
              <p:nvGrpSpPr>
                <p:cNvPr id="829" name="Google Shape;829;p18"/>
                <p:cNvGrpSpPr/>
                <p:nvPr/>
              </p:nvGrpSpPr>
              <p:grpSpPr>
                <a:xfrm>
                  <a:off x="12075" y="444775"/>
                  <a:ext cx="9144000" cy="1396425"/>
                  <a:chOff x="12075" y="444775"/>
                  <a:chExt cx="9144000" cy="1396425"/>
                </a:xfrm>
              </p:grpSpPr>
              <p:cxnSp>
                <p:nvCxnSpPr>
                  <p:cNvPr id="830" name="Google Shape;830;p18"/>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31" name="Google Shape;831;p18"/>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32" name="Google Shape;832;p18"/>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33" name="Google Shape;833;p18"/>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834" name="Google Shape;834;p18"/>
                <p:cNvGrpSpPr/>
                <p:nvPr/>
              </p:nvGrpSpPr>
              <p:grpSpPr>
                <a:xfrm>
                  <a:off x="12075" y="2306650"/>
                  <a:ext cx="9144000" cy="1396425"/>
                  <a:chOff x="12075" y="444775"/>
                  <a:chExt cx="9144000" cy="1396425"/>
                </a:xfrm>
              </p:grpSpPr>
              <p:cxnSp>
                <p:nvCxnSpPr>
                  <p:cNvPr id="835" name="Google Shape;835;p18"/>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36" name="Google Shape;836;p18"/>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37" name="Google Shape;837;p18"/>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38" name="Google Shape;838;p18"/>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839" name="Google Shape;839;p18"/>
                <p:cNvGrpSpPr/>
                <p:nvPr/>
              </p:nvGrpSpPr>
              <p:grpSpPr>
                <a:xfrm>
                  <a:off x="12075" y="4168525"/>
                  <a:ext cx="9144000" cy="930950"/>
                  <a:chOff x="12075" y="444775"/>
                  <a:chExt cx="9144000" cy="930950"/>
                </a:xfrm>
              </p:grpSpPr>
              <p:cxnSp>
                <p:nvCxnSpPr>
                  <p:cNvPr id="840" name="Google Shape;840;p18"/>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41" name="Google Shape;841;p18"/>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42" name="Google Shape;842;p18"/>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843" name="Google Shape;843;p18"/>
              <p:cNvGrpSpPr/>
              <p:nvPr/>
            </p:nvGrpSpPr>
            <p:grpSpPr>
              <a:xfrm rot="5400000">
                <a:off x="4473201" y="700273"/>
                <a:ext cx="5467198" cy="3723750"/>
                <a:chOff x="12075" y="1375725"/>
                <a:chExt cx="9144000" cy="3723750"/>
              </a:xfrm>
            </p:grpSpPr>
            <p:grpSp>
              <p:nvGrpSpPr>
                <p:cNvPr id="844" name="Google Shape;844;p18"/>
                <p:cNvGrpSpPr/>
                <p:nvPr/>
              </p:nvGrpSpPr>
              <p:grpSpPr>
                <a:xfrm>
                  <a:off x="12075" y="1375725"/>
                  <a:ext cx="9144000" cy="465475"/>
                  <a:chOff x="12075" y="1375725"/>
                  <a:chExt cx="9144000" cy="465475"/>
                </a:xfrm>
              </p:grpSpPr>
              <p:cxnSp>
                <p:nvCxnSpPr>
                  <p:cNvPr id="845" name="Google Shape;845;p18"/>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46" name="Google Shape;846;p18"/>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847" name="Google Shape;847;p18"/>
                <p:cNvGrpSpPr/>
                <p:nvPr/>
              </p:nvGrpSpPr>
              <p:grpSpPr>
                <a:xfrm>
                  <a:off x="12075" y="2306650"/>
                  <a:ext cx="9144000" cy="1396425"/>
                  <a:chOff x="12075" y="444775"/>
                  <a:chExt cx="9144000" cy="1396425"/>
                </a:xfrm>
              </p:grpSpPr>
              <p:cxnSp>
                <p:nvCxnSpPr>
                  <p:cNvPr id="848" name="Google Shape;848;p18"/>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49" name="Google Shape;849;p18"/>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50" name="Google Shape;850;p18"/>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51" name="Google Shape;851;p18"/>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852" name="Google Shape;852;p18"/>
                <p:cNvGrpSpPr/>
                <p:nvPr/>
              </p:nvGrpSpPr>
              <p:grpSpPr>
                <a:xfrm>
                  <a:off x="12075" y="4168525"/>
                  <a:ext cx="9144000" cy="930950"/>
                  <a:chOff x="12075" y="444775"/>
                  <a:chExt cx="9144000" cy="930950"/>
                </a:xfrm>
              </p:grpSpPr>
              <p:cxnSp>
                <p:nvCxnSpPr>
                  <p:cNvPr id="853" name="Google Shape;853;p18"/>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54" name="Google Shape;854;p18"/>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55" name="Google Shape;855;p18"/>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sp>
        <p:nvSpPr>
          <p:cNvPr id="856" name="Google Shape;856;p18"/>
          <p:cNvSpPr txBox="1"/>
          <p:nvPr>
            <p:ph type="title"/>
          </p:nvPr>
        </p:nvSpPr>
        <p:spPr>
          <a:xfrm>
            <a:off x="713225" y="2448213"/>
            <a:ext cx="4472400" cy="8373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57" name="Google Shape;857;p18"/>
          <p:cNvSpPr txBox="1"/>
          <p:nvPr>
            <p:ph hasCustomPrompt="1" idx="2" type="title"/>
          </p:nvPr>
        </p:nvSpPr>
        <p:spPr>
          <a:xfrm>
            <a:off x="2208275" y="1423663"/>
            <a:ext cx="1482300" cy="770400"/>
          </a:xfrm>
          <a:prstGeom prst="rect">
            <a:avLst/>
          </a:prstGeom>
          <a:solidFill>
            <a:schemeClr val="lt2"/>
          </a:solidFill>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858" name="Google Shape;858;p18"/>
          <p:cNvSpPr txBox="1"/>
          <p:nvPr>
            <p:ph idx="1" type="subTitle"/>
          </p:nvPr>
        </p:nvSpPr>
        <p:spPr>
          <a:xfrm>
            <a:off x="713225" y="3344838"/>
            <a:ext cx="4472400" cy="37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59" name="Google Shape;859;p18"/>
          <p:cNvGrpSpPr/>
          <p:nvPr/>
        </p:nvGrpSpPr>
        <p:grpSpPr>
          <a:xfrm flipH="1">
            <a:off x="173907" y="92498"/>
            <a:ext cx="8795602" cy="4945088"/>
            <a:chOff x="173907" y="92498"/>
            <a:chExt cx="8795602" cy="4945088"/>
          </a:xfrm>
        </p:grpSpPr>
        <p:grpSp>
          <p:nvGrpSpPr>
            <p:cNvPr id="860" name="Google Shape;860;p18"/>
            <p:cNvGrpSpPr/>
            <p:nvPr/>
          </p:nvGrpSpPr>
          <p:grpSpPr>
            <a:xfrm>
              <a:off x="8918459" y="243592"/>
              <a:ext cx="51049" cy="774142"/>
              <a:chOff x="8211712" y="2037146"/>
              <a:chExt cx="34742" cy="526950"/>
            </a:xfrm>
          </p:grpSpPr>
          <p:sp>
            <p:nvSpPr>
              <p:cNvPr id="861" name="Google Shape;861;p18"/>
              <p:cNvSpPr/>
              <p:nvPr/>
            </p:nvSpPr>
            <p:spPr>
              <a:xfrm>
                <a:off x="8211712" y="2037146"/>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8"/>
              <p:cNvSpPr/>
              <p:nvPr/>
            </p:nvSpPr>
            <p:spPr>
              <a:xfrm>
                <a:off x="8211712" y="2116302"/>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8"/>
              <p:cNvSpPr/>
              <p:nvPr/>
            </p:nvSpPr>
            <p:spPr>
              <a:xfrm>
                <a:off x="8211712" y="2195458"/>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8"/>
              <p:cNvSpPr/>
              <p:nvPr/>
            </p:nvSpPr>
            <p:spPr>
              <a:xfrm>
                <a:off x="8211712" y="2274614"/>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8"/>
              <p:cNvSpPr/>
              <p:nvPr/>
            </p:nvSpPr>
            <p:spPr>
              <a:xfrm>
                <a:off x="8211712" y="2353770"/>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8"/>
              <p:cNvSpPr/>
              <p:nvPr/>
            </p:nvSpPr>
            <p:spPr>
              <a:xfrm>
                <a:off x="8211712" y="2432927"/>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8"/>
              <p:cNvSpPr/>
              <p:nvPr/>
            </p:nvSpPr>
            <p:spPr>
              <a:xfrm>
                <a:off x="8211712" y="2512083"/>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8" name="Google Shape;868;p18"/>
            <p:cNvGrpSpPr/>
            <p:nvPr/>
          </p:nvGrpSpPr>
          <p:grpSpPr>
            <a:xfrm>
              <a:off x="173907" y="4750539"/>
              <a:ext cx="291257" cy="287046"/>
              <a:chOff x="5456048" y="1794743"/>
              <a:chExt cx="178248" cy="175682"/>
            </a:xfrm>
          </p:grpSpPr>
          <p:sp>
            <p:nvSpPr>
              <p:cNvPr id="869" name="Google Shape;869;p18"/>
              <p:cNvSpPr/>
              <p:nvPr/>
            </p:nvSpPr>
            <p:spPr>
              <a:xfrm>
                <a:off x="5456048" y="1794743"/>
                <a:ext cx="178248" cy="175682"/>
              </a:xfrm>
              <a:custGeom>
                <a:rect b="b" l="l" r="r" t="t"/>
                <a:pathLst>
                  <a:path extrusionOk="0" h="1780" w="1806">
                    <a:moveTo>
                      <a:pt x="277" y="0"/>
                    </a:moveTo>
                    <a:lnTo>
                      <a:pt x="1" y="276"/>
                    </a:lnTo>
                    <a:lnTo>
                      <a:pt x="1530" y="1780"/>
                    </a:lnTo>
                    <a:lnTo>
                      <a:pt x="1805" y="1504"/>
                    </a:lnTo>
                    <a:lnTo>
                      <a:pt x="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8"/>
              <p:cNvSpPr/>
              <p:nvPr/>
            </p:nvSpPr>
            <p:spPr>
              <a:xfrm>
                <a:off x="5456048" y="1794743"/>
                <a:ext cx="178248" cy="175682"/>
              </a:xfrm>
              <a:custGeom>
                <a:rect b="b" l="l" r="r" t="t"/>
                <a:pathLst>
                  <a:path extrusionOk="0" h="1780" w="1806">
                    <a:moveTo>
                      <a:pt x="1505" y="0"/>
                    </a:moveTo>
                    <a:lnTo>
                      <a:pt x="1" y="1504"/>
                    </a:lnTo>
                    <a:lnTo>
                      <a:pt x="302" y="1780"/>
                    </a:lnTo>
                    <a:lnTo>
                      <a:pt x="1805" y="276"/>
                    </a:lnTo>
                    <a:lnTo>
                      <a:pt x="15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1" name="Google Shape;871;p18"/>
            <p:cNvSpPr/>
            <p:nvPr/>
          </p:nvSpPr>
          <p:spPr>
            <a:xfrm rot="-123321">
              <a:off x="7897400" y="4768750"/>
              <a:ext cx="1018402" cy="166548"/>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8"/>
            <p:cNvSpPr/>
            <p:nvPr/>
          </p:nvSpPr>
          <p:spPr>
            <a:xfrm>
              <a:off x="8639763" y="92498"/>
              <a:ext cx="207956" cy="207857"/>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873" name="Shape 873"/>
        <p:cNvGrpSpPr/>
        <p:nvPr/>
      </p:nvGrpSpPr>
      <p:grpSpPr>
        <a:xfrm>
          <a:off x="0" y="0"/>
          <a:ext cx="0" cy="0"/>
          <a:chOff x="0" y="0"/>
          <a:chExt cx="0" cy="0"/>
        </a:xfrm>
      </p:grpSpPr>
      <p:grpSp>
        <p:nvGrpSpPr>
          <p:cNvPr id="874" name="Google Shape;874;p19"/>
          <p:cNvGrpSpPr/>
          <p:nvPr/>
        </p:nvGrpSpPr>
        <p:grpSpPr>
          <a:xfrm flipH="1">
            <a:off x="0" y="-161849"/>
            <a:ext cx="9144000" cy="5467198"/>
            <a:chOff x="0" y="-171451"/>
            <a:chExt cx="9144000" cy="5467198"/>
          </a:xfrm>
        </p:grpSpPr>
        <p:grpSp>
          <p:nvGrpSpPr>
            <p:cNvPr id="875" name="Google Shape;875;p19"/>
            <p:cNvGrpSpPr/>
            <p:nvPr/>
          </p:nvGrpSpPr>
          <p:grpSpPr>
            <a:xfrm>
              <a:off x="0" y="135850"/>
              <a:ext cx="9144000" cy="4654700"/>
              <a:chOff x="12075" y="212050"/>
              <a:chExt cx="9144000" cy="4654700"/>
            </a:xfrm>
          </p:grpSpPr>
          <p:grpSp>
            <p:nvGrpSpPr>
              <p:cNvPr id="876" name="Google Shape;876;p19"/>
              <p:cNvGrpSpPr/>
              <p:nvPr/>
            </p:nvGrpSpPr>
            <p:grpSpPr>
              <a:xfrm>
                <a:off x="12075" y="212050"/>
                <a:ext cx="9144000" cy="1396425"/>
                <a:chOff x="12075" y="212050"/>
                <a:chExt cx="9144000" cy="1396425"/>
              </a:xfrm>
            </p:grpSpPr>
            <p:cxnSp>
              <p:nvCxnSpPr>
                <p:cNvPr id="877" name="Google Shape;877;p19"/>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78" name="Google Shape;878;p19"/>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79" name="Google Shape;879;p19"/>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80" name="Google Shape;880;p19"/>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881" name="Google Shape;881;p19"/>
              <p:cNvGrpSpPr/>
              <p:nvPr/>
            </p:nvGrpSpPr>
            <p:grpSpPr>
              <a:xfrm>
                <a:off x="12075" y="2073925"/>
                <a:ext cx="9144000" cy="1396425"/>
                <a:chOff x="12075" y="212050"/>
                <a:chExt cx="9144000" cy="1396425"/>
              </a:xfrm>
            </p:grpSpPr>
            <p:cxnSp>
              <p:nvCxnSpPr>
                <p:cNvPr id="882" name="Google Shape;882;p19"/>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83" name="Google Shape;883;p19"/>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84" name="Google Shape;884;p19"/>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85" name="Google Shape;885;p19"/>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886" name="Google Shape;886;p19"/>
              <p:cNvGrpSpPr/>
              <p:nvPr/>
            </p:nvGrpSpPr>
            <p:grpSpPr>
              <a:xfrm>
                <a:off x="12075" y="3935800"/>
                <a:ext cx="9144000" cy="930950"/>
                <a:chOff x="12075" y="212050"/>
                <a:chExt cx="9144000" cy="930950"/>
              </a:xfrm>
            </p:grpSpPr>
            <p:cxnSp>
              <p:nvCxnSpPr>
                <p:cNvPr id="887" name="Google Shape;887;p19"/>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88" name="Google Shape;888;p19"/>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89" name="Google Shape;889;p19"/>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890" name="Google Shape;890;p19"/>
            <p:cNvGrpSpPr/>
            <p:nvPr/>
          </p:nvGrpSpPr>
          <p:grpSpPr>
            <a:xfrm>
              <a:off x="213575" y="-171451"/>
              <a:ext cx="8855100" cy="5467198"/>
              <a:chOff x="213575" y="-171451"/>
              <a:chExt cx="8855100" cy="5467198"/>
            </a:xfrm>
          </p:grpSpPr>
          <p:grpSp>
            <p:nvGrpSpPr>
              <p:cNvPr id="891" name="Google Shape;891;p19"/>
              <p:cNvGrpSpPr/>
              <p:nvPr/>
            </p:nvGrpSpPr>
            <p:grpSpPr>
              <a:xfrm rot="5400000">
                <a:off x="-192674" y="234798"/>
                <a:ext cx="5467198" cy="4654700"/>
                <a:chOff x="12075" y="444775"/>
                <a:chExt cx="9144000" cy="4654700"/>
              </a:xfrm>
            </p:grpSpPr>
            <p:grpSp>
              <p:nvGrpSpPr>
                <p:cNvPr id="892" name="Google Shape;892;p19"/>
                <p:cNvGrpSpPr/>
                <p:nvPr/>
              </p:nvGrpSpPr>
              <p:grpSpPr>
                <a:xfrm>
                  <a:off x="12075" y="444775"/>
                  <a:ext cx="9144000" cy="1396425"/>
                  <a:chOff x="12075" y="444775"/>
                  <a:chExt cx="9144000" cy="1396425"/>
                </a:xfrm>
              </p:grpSpPr>
              <p:cxnSp>
                <p:nvCxnSpPr>
                  <p:cNvPr id="893" name="Google Shape;893;p19"/>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94" name="Google Shape;894;p19"/>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95" name="Google Shape;895;p19"/>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96" name="Google Shape;896;p19"/>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897" name="Google Shape;897;p19"/>
                <p:cNvGrpSpPr/>
                <p:nvPr/>
              </p:nvGrpSpPr>
              <p:grpSpPr>
                <a:xfrm>
                  <a:off x="12075" y="2306650"/>
                  <a:ext cx="9144000" cy="1396425"/>
                  <a:chOff x="12075" y="444775"/>
                  <a:chExt cx="9144000" cy="1396425"/>
                </a:xfrm>
              </p:grpSpPr>
              <p:cxnSp>
                <p:nvCxnSpPr>
                  <p:cNvPr id="898" name="Google Shape;898;p19"/>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899" name="Google Shape;899;p19"/>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00" name="Google Shape;900;p19"/>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01" name="Google Shape;901;p19"/>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902" name="Google Shape;902;p19"/>
                <p:cNvGrpSpPr/>
                <p:nvPr/>
              </p:nvGrpSpPr>
              <p:grpSpPr>
                <a:xfrm>
                  <a:off x="12075" y="4168525"/>
                  <a:ext cx="9144000" cy="930950"/>
                  <a:chOff x="12075" y="444775"/>
                  <a:chExt cx="9144000" cy="930950"/>
                </a:xfrm>
              </p:grpSpPr>
              <p:cxnSp>
                <p:nvCxnSpPr>
                  <p:cNvPr id="903" name="Google Shape;903;p19"/>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04" name="Google Shape;904;p19"/>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05" name="Google Shape;905;p19"/>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906" name="Google Shape;906;p19"/>
              <p:cNvGrpSpPr/>
              <p:nvPr/>
            </p:nvGrpSpPr>
            <p:grpSpPr>
              <a:xfrm rot="5400000">
                <a:off x="4473201" y="700273"/>
                <a:ext cx="5467198" cy="3723750"/>
                <a:chOff x="12075" y="1375725"/>
                <a:chExt cx="9144000" cy="3723750"/>
              </a:xfrm>
            </p:grpSpPr>
            <p:grpSp>
              <p:nvGrpSpPr>
                <p:cNvPr id="907" name="Google Shape;907;p19"/>
                <p:cNvGrpSpPr/>
                <p:nvPr/>
              </p:nvGrpSpPr>
              <p:grpSpPr>
                <a:xfrm>
                  <a:off x="12075" y="1375725"/>
                  <a:ext cx="9144000" cy="465475"/>
                  <a:chOff x="12075" y="1375725"/>
                  <a:chExt cx="9144000" cy="465475"/>
                </a:xfrm>
              </p:grpSpPr>
              <p:cxnSp>
                <p:nvCxnSpPr>
                  <p:cNvPr id="908" name="Google Shape;908;p19"/>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09" name="Google Shape;909;p19"/>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910" name="Google Shape;910;p19"/>
                <p:cNvGrpSpPr/>
                <p:nvPr/>
              </p:nvGrpSpPr>
              <p:grpSpPr>
                <a:xfrm>
                  <a:off x="12075" y="2306650"/>
                  <a:ext cx="9144000" cy="1396425"/>
                  <a:chOff x="12075" y="444775"/>
                  <a:chExt cx="9144000" cy="1396425"/>
                </a:xfrm>
              </p:grpSpPr>
              <p:cxnSp>
                <p:nvCxnSpPr>
                  <p:cNvPr id="911" name="Google Shape;911;p19"/>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12" name="Google Shape;912;p19"/>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13" name="Google Shape;913;p19"/>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14" name="Google Shape;914;p19"/>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915" name="Google Shape;915;p19"/>
                <p:cNvGrpSpPr/>
                <p:nvPr/>
              </p:nvGrpSpPr>
              <p:grpSpPr>
                <a:xfrm>
                  <a:off x="12075" y="4168525"/>
                  <a:ext cx="9144000" cy="930950"/>
                  <a:chOff x="12075" y="444775"/>
                  <a:chExt cx="9144000" cy="930950"/>
                </a:xfrm>
              </p:grpSpPr>
              <p:cxnSp>
                <p:nvCxnSpPr>
                  <p:cNvPr id="916" name="Google Shape;916;p19"/>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17" name="Google Shape;917;p19"/>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18" name="Google Shape;918;p19"/>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sp>
        <p:nvSpPr>
          <p:cNvPr id="919" name="Google Shape;919;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20" name="Google Shape;920;p19"/>
          <p:cNvSpPr txBox="1"/>
          <p:nvPr>
            <p:ph idx="1" type="subTitle"/>
          </p:nvPr>
        </p:nvSpPr>
        <p:spPr>
          <a:xfrm>
            <a:off x="5046566" y="3285624"/>
            <a:ext cx="2500800" cy="1010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21" name="Google Shape;921;p19"/>
          <p:cNvSpPr txBox="1"/>
          <p:nvPr>
            <p:ph idx="2" type="subTitle"/>
          </p:nvPr>
        </p:nvSpPr>
        <p:spPr>
          <a:xfrm>
            <a:off x="1596634" y="3285624"/>
            <a:ext cx="2500800" cy="1010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22" name="Google Shape;922;p19"/>
          <p:cNvSpPr txBox="1"/>
          <p:nvPr>
            <p:ph idx="3" type="subTitle"/>
          </p:nvPr>
        </p:nvSpPr>
        <p:spPr>
          <a:xfrm>
            <a:off x="1596634" y="2833375"/>
            <a:ext cx="2500800" cy="452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923" name="Google Shape;923;p19"/>
          <p:cNvSpPr txBox="1"/>
          <p:nvPr>
            <p:ph idx="4" type="subTitle"/>
          </p:nvPr>
        </p:nvSpPr>
        <p:spPr>
          <a:xfrm>
            <a:off x="5046566" y="2833375"/>
            <a:ext cx="2500800" cy="452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grpSp>
        <p:nvGrpSpPr>
          <p:cNvPr id="924" name="Google Shape;924;p19"/>
          <p:cNvGrpSpPr/>
          <p:nvPr/>
        </p:nvGrpSpPr>
        <p:grpSpPr>
          <a:xfrm>
            <a:off x="141641" y="92498"/>
            <a:ext cx="8827868" cy="4945088"/>
            <a:chOff x="141641" y="92498"/>
            <a:chExt cx="8827868" cy="4945088"/>
          </a:xfrm>
        </p:grpSpPr>
        <p:grpSp>
          <p:nvGrpSpPr>
            <p:cNvPr id="925" name="Google Shape;925;p19"/>
            <p:cNvGrpSpPr/>
            <p:nvPr/>
          </p:nvGrpSpPr>
          <p:grpSpPr>
            <a:xfrm>
              <a:off x="8918459" y="243592"/>
              <a:ext cx="51049" cy="774142"/>
              <a:chOff x="8211712" y="2037146"/>
              <a:chExt cx="34742" cy="526950"/>
            </a:xfrm>
          </p:grpSpPr>
          <p:sp>
            <p:nvSpPr>
              <p:cNvPr id="926" name="Google Shape;926;p19"/>
              <p:cNvSpPr/>
              <p:nvPr/>
            </p:nvSpPr>
            <p:spPr>
              <a:xfrm>
                <a:off x="8211712" y="2037146"/>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9"/>
              <p:cNvSpPr/>
              <p:nvPr/>
            </p:nvSpPr>
            <p:spPr>
              <a:xfrm>
                <a:off x="8211712" y="2116302"/>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9"/>
              <p:cNvSpPr/>
              <p:nvPr/>
            </p:nvSpPr>
            <p:spPr>
              <a:xfrm>
                <a:off x="8211712" y="2195458"/>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9"/>
              <p:cNvSpPr/>
              <p:nvPr/>
            </p:nvSpPr>
            <p:spPr>
              <a:xfrm>
                <a:off x="8211712" y="2274614"/>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9"/>
              <p:cNvSpPr/>
              <p:nvPr/>
            </p:nvSpPr>
            <p:spPr>
              <a:xfrm>
                <a:off x="8211712" y="2353770"/>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9"/>
              <p:cNvSpPr/>
              <p:nvPr/>
            </p:nvSpPr>
            <p:spPr>
              <a:xfrm>
                <a:off x="8211712" y="2432927"/>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9"/>
              <p:cNvSpPr/>
              <p:nvPr/>
            </p:nvSpPr>
            <p:spPr>
              <a:xfrm>
                <a:off x="8211712" y="2512083"/>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3" name="Google Shape;933;p19"/>
            <p:cNvGrpSpPr/>
            <p:nvPr/>
          </p:nvGrpSpPr>
          <p:grpSpPr>
            <a:xfrm>
              <a:off x="173907" y="4750539"/>
              <a:ext cx="291257" cy="287046"/>
              <a:chOff x="5456048" y="1794743"/>
              <a:chExt cx="178248" cy="175682"/>
            </a:xfrm>
          </p:grpSpPr>
          <p:sp>
            <p:nvSpPr>
              <p:cNvPr id="934" name="Google Shape;934;p19"/>
              <p:cNvSpPr/>
              <p:nvPr/>
            </p:nvSpPr>
            <p:spPr>
              <a:xfrm>
                <a:off x="5456048" y="1794743"/>
                <a:ext cx="178248" cy="175682"/>
              </a:xfrm>
              <a:custGeom>
                <a:rect b="b" l="l" r="r" t="t"/>
                <a:pathLst>
                  <a:path extrusionOk="0" h="1780" w="1806">
                    <a:moveTo>
                      <a:pt x="277" y="0"/>
                    </a:moveTo>
                    <a:lnTo>
                      <a:pt x="1" y="276"/>
                    </a:lnTo>
                    <a:lnTo>
                      <a:pt x="1530" y="1780"/>
                    </a:lnTo>
                    <a:lnTo>
                      <a:pt x="1805" y="1504"/>
                    </a:lnTo>
                    <a:lnTo>
                      <a:pt x="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9"/>
              <p:cNvSpPr/>
              <p:nvPr/>
            </p:nvSpPr>
            <p:spPr>
              <a:xfrm>
                <a:off x="5456048" y="1794743"/>
                <a:ext cx="178248" cy="175682"/>
              </a:xfrm>
              <a:custGeom>
                <a:rect b="b" l="l" r="r" t="t"/>
                <a:pathLst>
                  <a:path extrusionOk="0" h="1780" w="1806">
                    <a:moveTo>
                      <a:pt x="1505" y="0"/>
                    </a:moveTo>
                    <a:lnTo>
                      <a:pt x="1" y="1504"/>
                    </a:lnTo>
                    <a:lnTo>
                      <a:pt x="302" y="1780"/>
                    </a:lnTo>
                    <a:lnTo>
                      <a:pt x="1805" y="276"/>
                    </a:lnTo>
                    <a:lnTo>
                      <a:pt x="15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6" name="Google Shape;936;p19"/>
            <p:cNvSpPr/>
            <p:nvPr/>
          </p:nvSpPr>
          <p:spPr>
            <a:xfrm rot="-123321">
              <a:off x="144300" y="113150"/>
              <a:ext cx="1018402" cy="166548"/>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9"/>
            <p:cNvSpPr/>
            <p:nvPr/>
          </p:nvSpPr>
          <p:spPr>
            <a:xfrm>
              <a:off x="8639763" y="92498"/>
              <a:ext cx="207956" cy="207857"/>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938" name="Shape 938"/>
        <p:cNvGrpSpPr/>
        <p:nvPr/>
      </p:nvGrpSpPr>
      <p:grpSpPr>
        <a:xfrm>
          <a:off x="0" y="0"/>
          <a:ext cx="0" cy="0"/>
          <a:chOff x="0" y="0"/>
          <a:chExt cx="0" cy="0"/>
        </a:xfrm>
      </p:grpSpPr>
      <p:grpSp>
        <p:nvGrpSpPr>
          <p:cNvPr id="939" name="Google Shape;939;p20"/>
          <p:cNvGrpSpPr/>
          <p:nvPr/>
        </p:nvGrpSpPr>
        <p:grpSpPr>
          <a:xfrm flipH="1">
            <a:off x="0" y="-161849"/>
            <a:ext cx="9144000" cy="5467198"/>
            <a:chOff x="0" y="-171451"/>
            <a:chExt cx="9144000" cy="5467198"/>
          </a:xfrm>
        </p:grpSpPr>
        <p:grpSp>
          <p:nvGrpSpPr>
            <p:cNvPr id="940" name="Google Shape;940;p20"/>
            <p:cNvGrpSpPr/>
            <p:nvPr/>
          </p:nvGrpSpPr>
          <p:grpSpPr>
            <a:xfrm>
              <a:off x="0" y="135850"/>
              <a:ext cx="9144000" cy="4654700"/>
              <a:chOff x="12075" y="212050"/>
              <a:chExt cx="9144000" cy="4654700"/>
            </a:xfrm>
          </p:grpSpPr>
          <p:grpSp>
            <p:nvGrpSpPr>
              <p:cNvPr id="941" name="Google Shape;941;p20"/>
              <p:cNvGrpSpPr/>
              <p:nvPr/>
            </p:nvGrpSpPr>
            <p:grpSpPr>
              <a:xfrm>
                <a:off x="12075" y="212050"/>
                <a:ext cx="9144000" cy="1396425"/>
                <a:chOff x="12075" y="212050"/>
                <a:chExt cx="9144000" cy="1396425"/>
              </a:xfrm>
            </p:grpSpPr>
            <p:cxnSp>
              <p:nvCxnSpPr>
                <p:cNvPr id="942" name="Google Shape;942;p20"/>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43" name="Google Shape;943;p20"/>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44" name="Google Shape;944;p20"/>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45" name="Google Shape;945;p20"/>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946" name="Google Shape;946;p20"/>
              <p:cNvGrpSpPr/>
              <p:nvPr/>
            </p:nvGrpSpPr>
            <p:grpSpPr>
              <a:xfrm>
                <a:off x="12075" y="2073925"/>
                <a:ext cx="9144000" cy="1396425"/>
                <a:chOff x="12075" y="212050"/>
                <a:chExt cx="9144000" cy="1396425"/>
              </a:xfrm>
            </p:grpSpPr>
            <p:cxnSp>
              <p:nvCxnSpPr>
                <p:cNvPr id="947" name="Google Shape;947;p20"/>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48" name="Google Shape;948;p20"/>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49" name="Google Shape;949;p20"/>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50" name="Google Shape;950;p20"/>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951" name="Google Shape;951;p20"/>
              <p:cNvGrpSpPr/>
              <p:nvPr/>
            </p:nvGrpSpPr>
            <p:grpSpPr>
              <a:xfrm>
                <a:off x="12075" y="3935800"/>
                <a:ext cx="9144000" cy="930950"/>
                <a:chOff x="12075" y="212050"/>
                <a:chExt cx="9144000" cy="930950"/>
              </a:xfrm>
            </p:grpSpPr>
            <p:cxnSp>
              <p:nvCxnSpPr>
                <p:cNvPr id="952" name="Google Shape;952;p20"/>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53" name="Google Shape;953;p20"/>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54" name="Google Shape;954;p20"/>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955" name="Google Shape;955;p20"/>
            <p:cNvGrpSpPr/>
            <p:nvPr/>
          </p:nvGrpSpPr>
          <p:grpSpPr>
            <a:xfrm>
              <a:off x="213575" y="-171451"/>
              <a:ext cx="8855100" cy="5467198"/>
              <a:chOff x="213575" y="-171451"/>
              <a:chExt cx="8855100" cy="5467198"/>
            </a:xfrm>
          </p:grpSpPr>
          <p:grpSp>
            <p:nvGrpSpPr>
              <p:cNvPr id="956" name="Google Shape;956;p20"/>
              <p:cNvGrpSpPr/>
              <p:nvPr/>
            </p:nvGrpSpPr>
            <p:grpSpPr>
              <a:xfrm rot="5400000">
                <a:off x="-192674" y="234798"/>
                <a:ext cx="5467198" cy="4654700"/>
                <a:chOff x="12075" y="444775"/>
                <a:chExt cx="9144000" cy="4654700"/>
              </a:xfrm>
            </p:grpSpPr>
            <p:grpSp>
              <p:nvGrpSpPr>
                <p:cNvPr id="957" name="Google Shape;957;p20"/>
                <p:cNvGrpSpPr/>
                <p:nvPr/>
              </p:nvGrpSpPr>
              <p:grpSpPr>
                <a:xfrm>
                  <a:off x="12075" y="444775"/>
                  <a:ext cx="9144000" cy="1396425"/>
                  <a:chOff x="12075" y="444775"/>
                  <a:chExt cx="9144000" cy="1396425"/>
                </a:xfrm>
              </p:grpSpPr>
              <p:cxnSp>
                <p:nvCxnSpPr>
                  <p:cNvPr id="958" name="Google Shape;958;p20"/>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59" name="Google Shape;959;p20"/>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60" name="Google Shape;960;p20"/>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61" name="Google Shape;961;p20"/>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962" name="Google Shape;962;p20"/>
                <p:cNvGrpSpPr/>
                <p:nvPr/>
              </p:nvGrpSpPr>
              <p:grpSpPr>
                <a:xfrm>
                  <a:off x="12075" y="2306650"/>
                  <a:ext cx="9144000" cy="1396425"/>
                  <a:chOff x="12075" y="444775"/>
                  <a:chExt cx="9144000" cy="1396425"/>
                </a:xfrm>
              </p:grpSpPr>
              <p:cxnSp>
                <p:nvCxnSpPr>
                  <p:cNvPr id="963" name="Google Shape;963;p20"/>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64" name="Google Shape;964;p20"/>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65" name="Google Shape;965;p20"/>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66" name="Google Shape;966;p20"/>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967" name="Google Shape;967;p20"/>
                <p:cNvGrpSpPr/>
                <p:nvPr/>
              </p:nvGrpSpPr>
              <p:grpSpPr>
                <a:xfrm>
                  <a:off x="12075" y="4168525"/>
                  <a:ext cx="9144000" cy="930950"/>
                  <a:chOff x="12075" y="444775"/>
                  <a:chExt cx="9144000" cy="930950"/>
                </a:xfrm>
              </p:grpSpPr>
              <p:cxnSp>
                <p:nvCxnSpPr>
                  <p:cNvPr id="968" name="Google Shape;968;p20"/>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69" name="Google Shape;969;p20"/>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70" name="Google Shape;970;p20"/>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971" name="Google Shape;971;p20"/>
              <p:cNvGrpSpPr/>
              <p:nvPr/>
            </p:nvGrpSpPr>
            <p:grpSpPr>
              <a:xfrm rot="5400000">
                <a:off x="4473201" y="700273"/>
                <a:ext cx="5467198" cy="3723750"/>
                <a:chOff x="12075" y="1375725"/>
                <a:chExt cx="9144000" cy="3723750"/>
              </a:xfrm>
            </p:grpSpPr>
            <p:grpSp>
              <p:nvGrpSpPr>
                <p:cNvPr id="972" name="Google Shape;972;p20"/>
                <p:cNvGrpSpPr/>
                <p:nvPr/>
              </p:nvGrpSpPr>
              <p:grpSpPr>
                <a:xfrm>
                  <a:off x="12075" y="1375725"/>
                  <a:ext cx="9144000" cy="465475"/>
                  <a:chOff x="12075" y="1375725"/>
                  <a:chExt cx="9144000" cy="465475"/>
                </a:xfrm>
              </p:grpSpPr>
              <p:cxnSp>
                <p:nvCxnSpPr>
                  <p:cNvPr id="973" name="Google Shape;973;p20"/>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74" name="Google Shape;974;p20"/>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975" name="Google Shape;975;p20"/>
                <p:cNvGrpSpPr/>
                <p:nvPr/>
              </p:nvGrpSpPr>
              <p:grpSpPr>
                <a:xfrm>
                  <a:off x="12075" y="2306650"/>
                  <a:ext cx="9144000" cy="1396425"/>
                  <a:chOff x="12075" y="444775"/>
                  <a:chExt cx="9144000" cy="1396425"/>
                </a:xfrm>
              </p:grpSpPr>
              <p:cxnSp>
                <p:nvCxnSpPr>
                  <p:cNvPr id="976" name="Google Shape;976;p20"/>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77" name="Google Shape;977;p20"/>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78" name="Google Shape;978;p20"/>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79" name="Google Shape;979;p20"/>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980" name="Google Shape;980;p20"/>
                <p:cNvGrpSpPr/>
                <p:nvPr/>
              </p:nvGrpSpPr>
              <p:grpSpPr>
                <a:xfrm>
                  <a:off x="12075" y="4168525"/>
                  <a:ext cx="9144000" cy="930950"/>
                  <a:chOff x="12075" y="444775"/>
                  <a:chExt cx="9144000" cy="930950"/>
                </a:xfrm>
              </p:grpSpPr>
              <p:cxnSp>
                <p:nvCxnSpPr>
                  <p:cNvPr id="981" name="Google Shape;981;p20"/>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82" name="Google Shape;982;p20"/>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83" name="Google Shape;983;p20"/>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sp>
        <p:nvSpPr>
          <p:cNvPr id="984" name="Google Shape;984;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85" name="Google Shape;985;p20"/>
          <p:cNvSpPr txBox="1"/>
          <p:nvPr>
            <p:ph idx="1" type="subTitle"/>
          </p:nvPr>
        </p:nvSpPr>
        <p:spPr>
          <a:xfrm>
            <a:off x="720000" y="1507800"/>
            <a:ext cx="4611600" cy="2630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986" name="Google Shape;986;p20"/>
          <p:cNvGrpSpPr/>
          <p:nvPr/>
        </p:nvGrpSpPr>
        <p:grpSpPr>
          <a:xfrm>
            <a:off x="-7" y="117416"/>
            <a:ext cx="8941384" cy="4905859"/>
            <a:chOff x="-7" y="117416"/>
            <a:chExt cx="8941384" cy="4905859"/>
          </a:xfrm>
        </p:grpSpPr>
        <p:grpSp>
          <p:nvGrpSpPr>
            <p:cNvPr id="987" name="Google Shape;987;p20"/>
            <p:cNvGrpSpPr/>
            <p:nvPr/>
          </p:nvGrpSpPr>
          <p:grpSpPr>
            <a:xfrm>
              <a:off x="-7" y="4797050"/>
              <a:ext cx="1266969" cy="226225"/>
              <a:chOff x="-7" y="167200"/>
              <a:chExt cx="1266969" cy="226225"/>
            </a:xfrm>
          </p:grpSpPr>
          <p:sp>
            <p:nvSpPr>
              <p:cNvPr id="988" name="Google Shape;988;p20"/>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0"/>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0" name="Google Shape;990;p20"/>
            <p:cNvSpPr/>
            <p:nvPr/>
          </p:nvSpPr>
          <p:spPr>
            <a:xfrm>
              <a:off x="8608176" y="4514350"/>
              <a:ext cx="333201" cy="333048"/>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0"/>
            <p:cNvSpPr/>
            <p:nvPr/>
          </p:nvSpPr>
          <p:spPr>
            <a:xfrm>
              <a:off x="1861082" y="117416"/>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92" name="Shape 992"/>
        <p:cNvGrpSpPr/>
        <p:nvPr/>
      </p:nvGrpSpPr>
      <p:grpSpPr>
        <a:xfrm>
          <a:off x="0" y="0"/>
          <a:ext cx="0" cy="0"/>
          <a:chOff x="0" y="0"/>
          <a:chExt cx="0" cy="0"/>
        </a:xfrm>
      </p:grpSpPr>
      <p:grpSp>
        <p:nvGrpSpPr>
          <p:cNvPr id="993" name="Google Shape;993;p21"/>
          <p:cNvGrpSpPr/>
          <p:nvPr/>
        </p:nvGrpSpPr>
        <p:grpSpPr>
          <a:xfrm flipH="1">
            <a:off x="0" y="-161849"/>
            <a:ext cx="9144000" cy="5467198"/>
            <a:chOff x="0" y="-171451"/>
            <a:chExt cx="9144000" cy="5467198"/>
          </a:xfrm>
        </p:grpSpPr>
        <p:grpSp>
          <p:nvGrpSpPr>
            <p:cNvPr id="994" name="Google Shape;994;p21"/>
            <p:cNvGrpSpPr/>
            <p:nvPr/>
          </p:nvGrpSpPr>
          <p:grpSpPr>
            <a:xfrm>
              <a:off x="0" y="135850"/>
              <a:ext cx="9144000" cy="4654700"/>
              <a:chOff x="12075" y="212050"/>
              <a:chExt cx="9144000" cy="4654700"/>
            </a:xfrm>
          </p:grpSpPr>
          <p:grpSp>
            <p:nvGrpSpPr>
              <p:cNvPr id="995" name="Google Shape;995;p21"/>
              <p:cNvGrpSpPr/>
              <p:nvPr/>
            </p:nvGrpSpPr>
            <p:grpSpPr>
              <a:xfrm>
                <a:off x="12075" y="212050"/>
                <a:ext cx="9144000" cy="1396425"/>
                <a:chOff x="12075" y="212050"/>
                <a:chExt cx="9144000" cy="1396425"/>
              </a:xfrm>
            </p:grpSpPr>
            <p:cxnSp>
              <p:nvCxnSpPr>
                <p:cNvPr id="996" name="Google Shape;996;p21"/>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97" name="Google Shape;997;p21"/>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98" name="Google Shape;998;p21"/>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999" name="Google Shape;999;p21"/>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00" name="Google Shape;1000;p21"/>
              <p:cNvGrpSpPr/>
              <p:nvPr/>
            </p:nvGrpSpPr>
            <p:grpSpPr>
              <a:xfrm>
                <a:off x="12075" y="2073925"/>
                <a:ext cx="9144000" cy="1396425"/>
                <a:chOff x="12075" y="212050"/>
                <a:chExt cx="9144000" cy="1396425"/>
              </a:xfrm>
            </p:grpSpPr>
            <p:cxnSp>
              <p:nvCxnSpPr>
                <p:cNvPr id="1001" name="Google Shape;1001;p21"/>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02" name="Google Shape;1002;p21"/>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03" name="Google Shape;1003;p21"/>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04" name="Google Shape;1004;p21"/>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05" name="Google Shape;1005;p21"/>
              <p:cNvGrpSpPr/>
              <p:nvPr/>
            </p:nvGrpSpPr>
            <p:grpSpPr>
              <a:xfrm>
                <a:off x="12075" y="3935800"/>
                <a:ext cx="9144000" cy="930950"/>
                <a:chOff x="12075" y="212050"/>
                <a:chExt cx="9144000" cy="930950"/>
              </a:xfrm>
            </p:grpSpPr>
            <p:cxnSp>
              <p:nvCxnSpPr>
                <p:cNvPr id="1006" name="Google Shape;1006;p21"/>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07" name="Google Shape;1007;p21"/>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08" name="Google Shape;1008;p21"/>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009" name="Google Shape;1009;p21"/>
            <p:cNvGrpSpPr/>
            <p:nvPr/>
          </p:nvGrpSpPr>
          <p:grpSpPr>
            <a:xfrm>
              <a:off x="213575" y="-171451"/>
              <a:ext cx="8855100" cy="5467198"/>
              <a:chOff x="213575" y="-171451"/>
              <a:chExt cx="8855100" cy="5467198"/>
            </a:xfrm>
          </p:grpSpPr>
          <p:grpSp>
            <p:nvGrpSpPr>
              <p:cNvPr id="1010" name="Google Shape;1010;p21"/>
              <p:cNvGrpSpPr/>
              <p:nvPr/>
            </p:nvGrpSpPr>
            <p:grpSpPr>
              <a:xfrm rot="5400000">
                <a:off x="-192674" y="234798"/>
                <a:ext cx="5467198" cy="4654700"/>
                <a:chOff x="12075" y="444775"/>
                <a:chExt cx="9144000" cy="4654700"/>
              </a:xfrm>
            </p:grpSpPr>
            <p:grpSp>
              <p:nvGrpSpPr>
                <p:cNvPr id="1011" name="Google Shape;1011;p21"/>
                <p:cNvGrpSpPr/>
                <p:nvPr/>
              </p:nvGrpSpPr>
              <p:grpSpPr>
                <a:xfrm>
                  <a:off x="12075" y="444775"/>
                  <a:ext cx="9144000" cy="1396425"/>
                  <a:chOff x="12075" y="444775"/>
                  <a:chExt cx="9144000" cy="1396425"/>
                </a:xfrm>
              </p:grpSpPr>
              <p:cxnSp>
                <p:nvCxnSpPr>
                  <p:cNvPr id="1012" name="Google Shape;1012;p21"/>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13" name="Google Shape;1013;p21"/>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14" name="Google Shape;1014;p21"/>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15" name="Google Shape;1015;p21"/>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16" name="Google Shape;1016;p21"/>
                <p:cNvGrpSpPr/>
                <p:nvPr/>
              </p:nvGrpSpPr>
              <p:grpSpPr>
                <a:xfrm>
                  <a:off x="12075" y="2306650"/>
                  <a:ext cx="9144000" cy="1396425"/>
                  <a:chOff x="12075" y="444775"/>
                  <a:chExt cx="9144000" cy="1396425"/>
                </a:xfrm>
              </p:grpSpPr>
              <p:cxnSp>
                <p:nvCxnSpPr>
                  <p:cNvPr id="1017" name="Google Shape;1017;p21"/>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18" name="Google Shape;1018;p21"/>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19" name="Google Shape;1019;p21"/>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20" name="Google Shape;1020;p21"/>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21" name="Google Shape;1021;p21"/>
                <p:cNvGrpSpPr/>
                <p:nvPr/>
              </p:nvGrpSpPr>
              <p:grpSpPr>
                <a:xfrm>
                  <a:off x="12075" y="4168525"/>
                  <a:ext cx="9144000" cy="930950"/>
                  <a:chOff x="12075" y="444775"/>
                  <a:chExt cx="9144000" cy="930950"/>
                </a:xfrm>
              </p:grpSpPr>
              <p:cxnSp>
                <p:nvCxnSpPr>
                  <p:cNvPr id="1022" name="Google Shape;1022;p21"/>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23" name="Google Shape;1023;p21"/>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24" name="Google Shape;1024;p21"/>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025" name="Google Shape;1025;p21"/>
              <p:cNvGrpSpPr/>
              <p:nvPr/>
            </p:nvGrpSpPr>
            <p:grpSpPr>
              <a:xfrm rot="5400000">
                <a:off x="4473201" y="700273"/>
                <a:ext cx="5467198" cy="3723750"/>
                <a:chOff x="12075" y="1375725"/>
                <a:chExt cx="9144000" cy="3723750"/>
              </a:xfrm>
            </p:grpSpPr>
            <p:grpSp>
              <p:nvGrpSpPr>
                <p:cNvPr id="1026" name="Google Shape;1026;p21"/>
                <p:cNvGrpSpPr/>
                <p:nvPr/>
              </p:nvGrpSpPr>
              <p:grpSpPr>
                <a:xfrm>
                  <a:off x="12075" y="1375725"/>
                  <a:ext cx="9144000" cy="465475"/>
                  <a:chOff x="12075" y="1375725"/>
                  <a:chExt cx="9144000" cy="465475"/>
                </a:xfrm>
              </p:grpSpPr>
              <p:cxnSp>
                <p:nvCxnSpPr>
                  <p:cNvPr id="1027" name="Google Shape;1027;p21"/>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28" name="Google Shape;1028;p21"/>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29" name="Google Shape;1029;p21"/>
                <p:cNvGrpSpPr/>
                <p:nvPr/>
              </p:nvGrpSpPr>
              <p:grpSpPr>
                <a:xfrm>
                  <a:off x="12075" y="2306650"/>
                  <a:ext cx="9144000" cy="1396425"/>
                  <a:chOff x="12075" y="444775"/>
                  <a:chExt cx="9144000" cy="1396425"/>
                </a:xfrm>
              </p:grpSpPr>
              <p:cxnSp>
                <p:nvCxnSpPr>
                  <p:cNvPr id="1030" name="Google Shape;1030;p21"/>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31" name="Google Shape;1031;p21"/>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32" name="Google Shape;1032;p21"/>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33" name="Google Shape;1033;p21"/>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34" name="Google Shape;1034;p21"/>
                <p:cNvGrpSpPr/>
                <p:nvPr/>
              </p:nvGrpSpPr>
              <p:grpSpPr>
                <a:xfrm>
                  <a:off x="12075" y="4168525"/>
                  <a:ext cx="9144000" cy="930950"/>
                  <a:chOff x="12075" y="444775"/>
                  <a:chExt cx="9144000" cy="930950"/>
                </a:xfrm>
              </p:grpSpPr>
              <p:cxnSp>
                <p:nvCxnSpPr>
                  <p:cNvPr id="1035" name="Google Shape;1035;p21"/>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36" name="Google Shape;1036;p21"/>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37" name="Google Shape;1037;p21"/>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grpSp>
        <p:nvGrpSpPr>
          <p:cNvPr id="1038" name="Google Shape;1038;p21"/>
          <p:cNvGrpSpPr/>
          <p:nvPr/>
        </p:nvGrpSpPr>
        <p:grpSpPr>
          <a:xfrm>
            <a:off x="-7" y="117416"/>
            <a:ext cx="8941384" cy="4905859"/>
            <a:chOff x="-7" y="117416"/>
            <a:chExt cx="8941384" cy="4905859"/>
          </a:xfrm>
        </p:grpSpPr>
        <p:grpSp>
          <p:nvGrpSpPr>
            <p:cNvPr id="1039" name="Google Shape;1039;p21"/>
            <p:cNvGrpSpPr/>
            <p:nvPr/>
          </p:nvGrpSpPr>
          <p:grpSpPr>
            <a:xfrm>
              <a:off x="-7" y="4797050"/>
              <a:ext cx="1266969" cy="226225"/>
              <a:chOff x="-7" y="167200"/>
              <a:chExt cx="1266969" cy="226225"/>
            </a:xfrm>
          </p:grpSpPr>
          <p:sp>
            <p:nvSpPr>
              <p:cNvPr id="1040" name="Google Shape;1040;p21"/>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1"/>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2" name="Google Shape;1042;p21"/>
            <p:cNvSpPr/>
            <p:nvPr/>
          </p:nvSpPr>
          <p:spPr>
            <a:xfrm>
              <a:off x="8608176" y="4514350"/>
              <a:ext cx="333201" cy="333048"/>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1"/>
            <p:cNvSpPr/>
            <p:nvPr/>
          </p:nvSpPr>
          <p:spPr>
            <a:xfrm>
              <a:off x="1861082" y="117416"/>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4" name="Google Shape;1044;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45" name="Google Shape;1045;p21"/>
          <p:cNvSpPr txBox="1"/>
          <p:nvPr>
            <p:ph idx="1" type="subTitle"/>
          </p:nvPr>
        </p:nvSpPr>
        <p:spPr>
          <a:xfrm>
            <a:off x="937625" y="3465524"/>
            <a:ext cx="2175300" cy="101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46" name="Google Shape;1046;p21"/>
          <p:cNvSpPr txBox="1"/>
          <p:nvPr>
            <p:ph idx="2" type="subTitle"/>
          </p:nvPr>
        </p:nvSpPr>
        <p:spPr>
          <a:xfrm>
            <a:off x="3484350" y="3465524"/>
            <a:ext cx="2175300" cy="101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47" name="Google Shape;1047;p21"/>
          <p:cNvSpPr txBox="1"/>
          <p:nvPr>
            <p:ph idx="3" type="subTitle"/>
          </p:nvPr>
        </p:nvSpPr>
        <p:spPr>
          <a:xfrm>
            <a:off x="6031075" y="3465524"/>
            <a:ext cx="2175300" cy="101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48" name="Google Shape;1048;p21"/>
          <p:cNvSpPr txBox="1"/>
          <p:nvPr>
            <p:ph idx="4" type="subTitle"/>
          </p:nvPr>
        </p:nvSpPr>
        <p:spPr>
          <a:xfrm>
            <a:off x="937625" y="2950601"/>
            <a:ext cx="2175300" cy="51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1049" name="Google Shape;1049;p21"/>
          <p:cNvSpPr txBox="1"/>
          <p:nvPr>
            <p:ph idx="5" type="subTitle"/>
          </p:nvPr>
        </p:nvSpPr>
        <p:spPr>
          <a:xfrm>
            <a:off x="3484350" y="2950601"/>
            <a:ext cx="2175300" cy="51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1050" name="Google Shape;1050;p21"/>
          <p:cNvSpPr txBox="1"/>
          <p:nvPr>
            <p:ph idx="6" type="subTitle"/>
          </p:nvPr>
        </p:nvSpPr>
        <p:spPr>
          <a:xfrm>
            <a:off x="6031075" y="2950601"/>
            <a:ext cx="2175300" cy="51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051" name="Shape 1051"/>
        <p:cNvGrpSpPr/>
        <p:nvPr/>
      </p:nvGrpSpPr>
      <p:grpSpPr>
        <a:xfrm>
          <a:off x="0" y="0"/>
          <a:ext cx="0" cy="0"/>
          <a:chOff x="0" y="0"/>
          <a:chExt cx="0" cy="0"/>
        </a:xfrm>
      </p:grpSpPr>
      <p:grpSp>
        <p:nvGrpSpPr>
          <p:cNvPr id="1052" name="Google Shape;1052;p22"/>
          <p:cNvGrpSpPr/>
          <p:nvPr/>
        </p:nvGrpSpPr>
        <p:grpSpPr>
          <a:xfrm flipH="1">
            <a:off x="0" y="-161849"/>
            <a:ext cx="9144000" cy="5467198"/>
            <a:chOff x="0" y="-171451"/>
            <a:chExt cx="9144000" cy="5467198"/>
          </a:xfrm>
        </p:grpSpPr>
        <p:grpSp>
          <p:nvGrpSpPr>
            <p:cNvPr id="1053" name="Google Shape;1053;p22"/>
            <p:cNvGrpSpPr/>
            <p:nvPr/>
          </p:nvGrpSpPr>
          <p:grpSpPr>
            <a:xfrm>
              <a:off x="0" y="135850"/>
              <a:ext cx="9144000" cy="4654700"/>
              <a:chOff x="12075" y="212050"/>
              <a:chExt cx="9144000" cy="4654700"/>
            </a:xfrm>
          </p:grpSpPr>
          <p:grpSp>
            <p:nvGrpSpPr>
              <p:cNvPr id="1054" name="Google Shape;1054;p22"/>
              <p:cNvGrpSpPr/>
              <p:nvPr/>
            </p:nvGrpSpPr>
            <p:grpSpPr>
              <a:xfrm>
                <a:off x="12075" y="212050"/>
                <a:ext cx="9144000" cy="1396425"/>
                <a:chOff x="12075" y="212050"/>
                <a:chExt cx="9144000" cy="1396425"/>
              </a:xfrm>
            </p:grpSpPr>
            <p:cxnSp>
              <p:nvCxnSpPr>
                <p:cNvPr id="1055" name="Google Shape;1055;p22"/>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56" name="Google Shape;1056;p22"/>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57" name="Google Shape;1057;p22"/>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58" name="Google Shape;1058;p22"/>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59" name="Google Shape;1059;p22"/>
              <p:cNvGrpSpPr/>
              <p:nvPr/>
            </p:nvGrpSpPr>
            <p:grpSpPr>
              <a:xfrm>
                <a:off x="12075" y="2073925"/>
                <a:ext cx="9144000" cy="1396425"/>
                <a:chOff x="12075" y="212050"/>
                <a:chExt cx="9144000" cy="1396425"/>
              </a:xfrm>
            </p:grpSpPr>
            <p:cxnSp>
              <p:nvCxnSpPr>
                <p:cNvPr id="1060" name="Google Shape;1060;p22"/>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61" name="Google Shape;1061;p22"/>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62" name="Google Shape;1062;p22"/>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63" name="Google Shape;1063;p22"/>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64" name="Google Shape;1064;p22"/>
              <p:cNvGrpSpPr/>
              <p:nvPr/>
            </p:nvGrpSpPr>
            <p:grpSpPr>
              <a:xfrm>
                <a:off x="12075" y="3935800"/>
                <a:ext cx="9144000" cy="930950"/>
                <a:chOff x="12075" y="212050"/>
                <a:chExt cx="9144000" cy="930950"/>
              </a:xfrm>
            </p:grpSpPr>
            <p:cxnSp>
              <p:nvCxnSpPr>
                <p:cNvPr id="1065" name="Google Shape;1065;p22"/>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66" name="Google Shape;1066;p22"/>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67" name="Google Shape;1067;p22"/>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068" name="Google Shape;1068;p22"/>
            <p:cNvGrpSpPr/>
            <p:nvPr/>
          </p:nvGrpSpPr>
          <p:grpSpPr>
            <a:xfrm>
              <a:off x="213575" y="-171451"/>
              <a:ext cx="8855100" cy="5467198"/>
              <a:chOff x="213575" y="-171451"/>
              <a:chExt cx="8855100" cy="5467198"/>
            </a:xfrm>
          </p:grpSpPr>
          <p:grpSp>
            <p:nvGrpSpPr>
              <p:cNvPr id="1069" name="Google Shape;1069;p22"/>
              <p:cNvGrpSpPr/>
              <p:nvPr/>
            </p:nvGrpSpPr>
            <p:grpSpPr>
              <a:xfrm rot="5400000">
                <a:off x="-192674" y="234798"/>
                <a:ext cx="5467198" cy="4654700"/>
                <a:chOff x="12075" y="444775"/>
                <a:chExt cx="9144000" cy="4654700"/>
              </a:xfrm>
            </p:grpSpPr>
            <p:grpSp>
              <p:nvGrpSpPr>
                <p:cNvPr id="1070" name="Google Shape;1070;p22"/>
                <p:cNvGrpSpPr/>
                <p:nvPr/>
              </p:nvGrpSpPr>
              <p:grpSpPr>
                <a:xfrm>
                  <a:off x="12075" y="444775"/>
                  <a:ext cx="9144000" cy="1396425"/>
                  <a:chOff x="12075" y="444775"/>
                  <a:chExt cx="9144000" cy="1396425"/>
                </a:xfrm>
              </p:grpSpPr>
              <p:cxnSp>
                <p:nvCxnSpPr>
                  <p:cNvPr id="1071" name="Google Shape;1071;p22"/>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72" name="Google Shape;1072;p22"/>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73" name="Google Shape;1073;p22"/>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74" name="Google Shape;1074;p22"/>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75" name="Google Shape;1075;p22"/>
                <p:cNvGrpSpPr/>
                <p:nvPr/>
              </p:nvGrpSpPr>
              <p:grpSpPr>
                <a:xfrm>
                  <a:off x="12075" y="2306650"/>
                  <a:ext cx="9144000" cy="1396425"/>
                  <a:chOff x="12075" y="444775"/>
                  <a:chExt cx="9144000" cy="1396425"/>
                </a:xfrm>
              </p:grpSpPr>
              <p:cxnSp>
                <p:nvCxnSpPr>
                  <p:cNvPr id="1076" name="Google Shape;1076;p22"/>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77" name="Google Shape;1077;p22"/>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78" name="Google Shape;1078;p22"/>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79" name="Google Shape;1079;p22"/>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80" name="Google Shape;1080;p22"/>
                <p:cNvGrpSpPr/>
                <p:nvPr/>
              </p:nvGrpSpPr>
              <p:grpSpPr>
                <a:xfrm>
                  <a:off x="12075" y="4168525"/>
                  <a:ext cx="9144000" cy="930950"/>
                  <a:chOff x="12075" y="444775"/>
                  <a:chExt cx="9144000" cy="930950"/>
                </a:xfrm>
              </p:grpSpPr>
              <p:cxnSp>
                <p:nvCxnSpPr>
                  <p:cNvPr id="1081" name="Google Shape;1081;p22"/>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82" name="Google Shape;1082;p22"/>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83" name="Google Shape;1083;p22"/>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084" name="Google Shape;1084;p22"/>
              <p:cNvGrpSpPr/>
              <p:nvPr/>
            </p:nvGrpSpPr>
            <p:grpSpPr>
              <a:xfrm rot="5400000">
                <a:off x="4473201" y="700273"/>
                <a:ext cx="5467198" cy="3723750"/>
                <a:chOff x="12075" y="1375725"/>
                <a:chExt cx="9144000" cy="3723750"/>
              </a:xfrm>
            </p:grpSpPr>
            <p:grpSp>
              <p:nvGrpSpPr>
                <p:cNvPr id="1085" name="Google Shape;1085;p22"/>
                <p:cNvGrpSpPr/>
                <p:nvPr/>
              </p:nvGrpSpPr>
              <p:grpSpPr>
                <a:xfrm>
                  <a:off x="12075" y="1375725"/>
                  <a:ext cx="9144000" cy="465475"/>
                  <a:chOff x="12075" y="1375725"/>
                  <a:chExt cx="9144000" cy="465475"/>
                </a:xfrm>
              </p:grpSpPr>
              <p:cxnSp>
                <p:nvCxnSpPr>
                  <p:cNvPr id="1086" name="Google Shape;1086;p22"/>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87" name="Google Shape;1087;p22"/>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88" name="Google Shape;1088;p22"/>
                <p:cNvGrpSpPr/>
                <p:nvPr/>
              </p:nvGrpSpPr>
              <p:grpSpPr>
                <a:xfrm>
                  <a:off x="12075" y="2306650"/>
                  <a:ext cx="9144000" cy="1396425"/>
                  <a:chOff x="12075" y="444775"/>
                  <a:chExt cx="9144000" cy="1396425"/>
                </a:xfrm>
              </p:grpSpPr>
              <p:cxnSp>
                <p:nvCxnSpPr>
                  <p:cNvPr id="1089" name="Google Shape;1089;p22"/>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90" name="Google Shape;1090;p22"/>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91" name="Google Shape;1091;p22"/>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92" name="Google Shape;1092;p22"/>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093" name="Google Shape;1093;p22"/>
                <p:cNvGrpSpPr/>
                <p:nvPr/>
              </p:nvGrpSpPr>
              <p:grpSpPr>
                <a:xfrm>
                  <a:off x="12075" y="4168525"/>
                  <a:ext cx="9144000" cy="930950"/>
                  <a:chOff x="12075" y="444775"/>
                  <a:chExt cx="9144000" cy="930950"/>
                </a:xfrm>
              </p:grpSpPr>
              <p:cxnSp>
                <p:nvCxnSpPr>
                  <p:cNvPr id="1094" name="Google Shape;1094;p22"/>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95" name="Google Shape;1095;p22"/>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096" name="Google Shape;1096;p22"/>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grpSp>
        <p:nvGrpSpPr>
          <p:cNvPr id="1097" name="Google Shape;1097;p22"/>
          <p:cNvGrpSpPr/>
          <p:nvPr/>
        </p:nvGrpSpPr>
        <p:grpSpPr>
          <a:xfrm flipH="1">
            <a:off x="173907" y="92498"/>
            <a:ext cx="8795602" cy="4945088"/>
            <a:chOff x="173907" y="92498"/>
            <a:chExt cx="8795602" cy="4945088"/>
          </a:xfrm>
        </p:grpSpPr>
        <p:grpSp>
          <p:nvGrpSpPr>
            <p:cNvPr id="1098" name="Google Shape;1098;p22"/>
            <p:cNvGrpSpPr/>
            <p:nvPr/>
          </p:nvGrpSpPr>
          <p:grpSpPr>
            <a:xfrm>
              <a:off x="8918459" y="243592"/>
              <a:ext cx="51049" cy="774142"/>
              <a:chOff x="8211712" y="2037146"/>
              <a:chExt cx="34742" cy="526950"/>
            </a:xfrm>
          </p:grpSpPr>
          <p:sp>
            <p:nvSpPr>
              <p:cNvPr id="1099" name="Google Shape;1099;p22"/>
              <p:cNvSpPr/>
              <p:nvPr/>
            </p:nvSpPr>
            <p:spPr>
              <a:xfrm>
                <a:off x="8211712" y="2037146"/>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2"/>
              <p:cNvSpPr/>
              <p:nvPr/>
            </p:nvSpPr>
            <p:spPr>
              <a:xfrm>
                <a:off x="8211712" y="2116302"/>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2"/>
              <p:cNvSpPr/>
              <p:nvPr/>
            </p:nvSpPr>
            <p:spPr>
              <a:xfrm>
                <a:off x="8211712" y="2195458"/>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2"/>
              <p:cNvSpPr/>
              <p:nvPr/>
            </p:nvSpPr>
            <p:spPr>
              <a:xfrm>
                <a:off x="8211712" y="2274614"/>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2"/>
              <p:cNvSpPr/>
              <p:nvPr/>
            </p:nvSpPr>
            <p:spPr>
              <a:xfrm>
                <a:off x="8211712" y="2353770"/>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2"/>
              <p:cNvSpPr/>
              <p:nvPr/>
            </p:nvSpPr>
            <p:spPr>
              <a:xfrm>
                <a:off x="8211712" y="2432927"/>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2"/>
              <p:cNvSpPr/>
              <p:nvPr/>
            </p:nvSpPr>
            <p:spPr>
              <a:xfrm>
                <a:off x="8211712" y="2512083"/>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6" name="Google Shape;1106;p22"/>
            <p:cNvGrpSpPr/>
            <p:nvPr/>
          </p:nvGrpSpPr>
          <p:grpSpPr>
            <a:xfrm>
              <a:off x="173907" y="4750539"/>
              <a:ext cx="291257" cy="287046"/>
              <a:chOff x="5456048" y="1794743"/>
              <a:chExt cx="178248" cy="175682"/>
            </a:xfrm>
          </p:grpSpPr>
          <p:sp>
            <p:nvSpPr>
              <p:cNvPr id="1107" name="Google Shape;1107;p22"/>
              <p:cNvSpPr/>
              <p:nvPr/>
            </p:nvSpPr>
            <p:spPr>
              <a:xfrm>
                <a:off x="5456048" y="1794743"/>
                <a:ext cx="178248" cy="175682"/>
              </a:xfrm>
              <a:custGeom>
                <a:rect b="b" l="l" r="r" t="t"/>
                <a:pathLst>
                  <a:path extrusionOk="0" h="1780" w="1806">
                    <a:moveTo>
                      <a:pt x="277" y="0"/>
                    </a:moveTo>
                    <a:lnTo>
                      <a:pt x="1" y="276"/>
                    </a:lnTo>
                    <a:lnTo>
                      <a:pt x="1530" y="1780"/>
                    </a:lnTo>
                    <a:lnTo>
                      <a:pt x="1805" y="1504"/>
                    </a:lnTo>
                    <a:lnTo>
                      <a:pt x="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2"/>
              <p:cNvSpPr/>
              <p:nvPr/>
            </p:nvSpPr>
            <p:spPr>
              <a:xfrm>
                <a:off x="5456048" y="1794743"/>
                <a:ext cx="178248" cy="175682"/>
              </a:xfrm>
              <a:custGeom>
                <a:rect b="b" l="l" r="r" t="t"/>
                <a:pathLst>
                  <a:path extrusionOk="0" h="1780" w="1806">
                    <a:moveTo>
                      <a:pt x="1505" y="0"/>
                    </a:moveTo>
                    <a:lnTo>
                      <a:pt x="1" y="1504"/>
                    </a:lnTo>
                    <a:lnTo>
                      <a:pt x="302" y="1780"/>
                    </a:lnTo>
                    <a:lnTo>
                      <a:pt x="1805" y="276"/>
                    </a:lnTo>
                    <a:lnTo>
                      <a:pt x="15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9" name="Google Shape;1109;p22"/>
            <p:cNvSpPr/>
            <p:nvPr/>
          </p:nvSpPr>
          <p:spPr>
            <a:xfrm rot="-123321">
              <a:off x="7897400" y="4768750"/>
              <a:ext cx="1018402" cy="166548"/>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2"/>
            <p:cNvSpPr/>
            <p:nvPr/>
          </p:nvSpPr>
          <p:spPr>
            <a:xfrm>
              <a:off x="8639763" y="92498"/>
              <a:ext cx="207956" cy="207857"/>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1" name="Google Shape;1111;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12" name="Google Shape;1112;p22"/>
          <p:cNvSpPr txBox="1"/>
          <p:nvPr>
            <p:ph idx="1" type="subTitle"/>
          </p:nvPr>
        </p:nvSpPr>
        <p:spPr>
          <a:xfrm>
            <a:off x="719999" y="2528700"/>
            <a:ext cx="2151300" cy="66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3" name="Google Shape;1113;p22"/>
          <p:cNvSpPr txBox="1"/>
          <p:nvPr>
            <p:ph idx="2" type="subTitle"/>
          </p:nvPr>
        </p:nvSpPr>
        <p:spPr>
          <a:xfrm>
            <a:off x="4421773" y="2528700"/>
            <a:ext cx="2151300" cy="66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4" name="Google Shape;1114;p22"/>
          <p:cNvSpPr txBox="1"/>
          <p:nvPr>
            <p:ph idx="3" type="subTitle"/>
          </p:nvPr>
        </p:nvSpPr>
        <p:spPr>
          <a:xfrm>
            <a:off x="2570886" y="3938600"/>
            <a:ext cx="2151300" cy="66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5" name="Google Shape;1115;p22"/>
          <p:cNvSpPr txBox="1"/>
          <p:nvPr>
            <p:ph idx="4" type="subTitle"/>
          </p:nvPr>
        </p:nvSpPr>
        <p:spPr>
          <a:xfrm>
            <a:off x="6272660" y="3938600"/>
            <a:ext cx="2151300" cy="66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6" name="Google Shape;1116;p22"/>
          <p:cNvSpPr txBox="1"/>
          <p:nvPr>
            <p:ph idx="5" type="subTitle"/>
          </p:nvPr>
        </p:nvSpPr>
        <p:spPr>
          <a:xfrm>
            <a:off x="720000" y="2156663"/>
            <a:ext cx="2151300" cy="524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1117" name="Google Shape;1117;p22"/>
          <p:cNvSpPr txBox="1"/>
          <p:nvPr>
            <p:ph idx="6" type="subTitle"/>
          </p:nvPr>
        </p:nvSpPr>
        <p:spPr>
          <a:xfrm>
            <a:off x="2570886" y="3566600"/>
            <a:ext cx="2151300" cy="524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1118" name="Google Shape;1118;p22"/>
          <p:cNvSpPr txBox="1"/>
          <p:nvPr>
            <p:ph idx="7" type="subTitle"/>
          </p:nvPr>
        </p:nvSpPr>
        <p:spPr>
          <a:xfrm>
            <a:off x="4421773" y="2156663"/>
            <a:ext cx="2151300" cy="524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1119" name="Google Shape;1119;p22"/>
          <p:cNvSpPr txBox="1"/>
          <p:nvPr>
            <p:ph idx="8" type="subTitle"/>
          </p:nvPr>
        </p:nvSpPr>
        <p:spPr>
          <a:xfrm>
            <a:off x="6272660" y="3566600"/>
            <a:ext cx="2151300" cy="524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120" name="Shape 1120"/>
        <p:cNvGrpSpPr/>
        <p:nvPr/>
      </p:nvGrpSpPr>
      <p:grpSpPr>
        <a:xfrm>
          <a:off x="0" y="0"/>
          <a:ext cx="0" cy="0"/>
          <a:chOff x="0" y="0"/>
          <a:chExt cx="0" cy="0"/>
        </a:xfrm>
      </p:grpSpPr>
      <p:grpSp>
        <p:nvGrpSpPr>
          <p:cNvPr id="1121" name="Google Shape;1121;p23"/>
          <p:cNvGrpSpPr/>
          <p:nvPr/>
        </p:nvGrpSpPr>
        <p:grpSpPr>
          <a:xfrm flipH="1">
            <a:off x="0" y="-161849"/>
            <a:ext cx="9144000" cy="5467198"/>
            <a:chOff x="0" y="-171451"/>
            <a:chExt cx="9144000" cy="5467198"/>
          </a:xfrm>
        </p:grpSpPr>
        <p:grpSp>
          <p:nvGrpSpPr>
            <p:cNvPr id="1122" name="Google Shape;1122;p23"/>
            <p:cNvGrpSpPr/>
            <p:nvPr/>
          </p:nvGrpSpPr>
          <p:grpSpPr>
            <a:xfrm>
              <a:off x="0" y="135850"/>
              <a:ext cx="9144000" cy="4654700"/>
              <a:chOff x="12075" y="212050"/>
              <a:chExt cx="9144000" cy="4654700"/>
            </a:xfrm>
          </p:grpSpPr>
          <p:grpSp>
            <p:nvGrpSpPr>
              <p:cNvPr id="1123" name="Google Shape;1123;p23"/>
              <p:cNvGrpSpPr/>
              <p:nvPr/>
            </p:nvGrpSpPr>
            <p:grpSpPr>
              <a:xfrm>
                <a:off x="12075" y="212050"/>
                <a:ext cx="9144000" cy="1396425"/>
                <a:chOff x="12075" y="212050"/>
                <a:chExt cx="9144000" cy="1396425"/>
              </a:xfrm>
            </p:grpSpPr>
            <p:cxnSp>
              <p:nvCxnSpPr>
                <p:cNvPr id="1124" name="Google Shape;1124;p23"/>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25" name="Google Shape;1125;p23"/>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26" name="Google Shape;1126;p23"/>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27" name="Google Shape;1127;p23"/>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128" name="Google Shape;1128;p23"/>
              <p:cNvGrpSpPr/>
              <p:nvPr/>
            </p:nvGrpSpPr>
            <p:grpSpPr>
              <a:xfrm>
                <a:off x="12075" y="2073925"/>
                <a:ext cx="9144000" cy="1396425"/>
                <a:chOff x="12075" y="212050"/>
                <a:chExt cx="9144000" cy="1396425"/>
              </a:xfrm>
            </p:grpSpPr>
            <p:cxnSp>
              <p:nvCxnSpPr>
                <p:cNvPr id="1129" name="Google Shape;1129;p23"/>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30" name="Google Shape;1130;p23"/>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31" name="Google Shape;1131;p23"/>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32" name="Google Shape;1132;p23"/>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133" name="Google Shape;1133;p23"/>
              <p:cNvGrpSpPr/>
              <p:nvPr/>
            </p:nvGrpSpPr>
            <p:grpSpPr>
              <a:xfrm>
                <a:off x="12075" y="3935800"/>
                <a:ext cx="9144000" cy="930950"/>
                <a:chOff x="12075" y="212050"/>
                <a:chExt cx="9144000" cy="930950"/>
              </a:xfrm>
            </p:grpSpPr>
            <p:cxnSp>
              <p:nvCxnSpPr>
                <p:cNvPr id="1134" name="Google Shape;1134;p23"/>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35" name="Google Shape;1135;p23"/>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36" name="Google Shape;1136;p23"/>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137" name="Google Shape;1137;p23"/>
            <p:cNvGrpSpPr/>
            <p:nvPr/>
          </p:nvGrpSpPr>
          <p:grpSpPr>
            <a:xfrm>
              <a:off x="213575" y="-171451"/>
              <a:ext cx="8855100" cy="5467198"/>
              <a:chOff x="213575" y="-171451"/>
              <a:chExt cx="8855100" cy="5467198"/>
            </a:xfrm>
          </p:grpSpPr>
          <p:grpSp>
            <p:nvGrpSpPr>
              <p:cNvPr id="1138" name="Google Shape;1138;p23"/>
              <p:cNvGrpSpPr/>
              <p:nvPr/>
            </p:nvGrpSpPr>
            <p:grpSpPr>
              <a:xfrm rot="5400000">
                <a:off x="-192674" y="234798"/>
                <a:ext cx="5467198" cy="4654700"/>
                <a:chOff x="12075" y="444775"/>
                <a:chExt cx="9144000" cy="4654700"/>
              </a:xfrm>
            </p:grpSpPr>
            <p:grpSp>
              <p:nvGrpSpPr>
                <p:cNvPr id="1139" name="Google Shape;1139;p23"/>
                <p:cNvGrpSpPr/>
                <p:nvPr/>
              </p:nvGrpSpPr>
              <p:grpSpPr>
                <a:xfrm>
                  <a:off x="12075" y="444775"/>
                  <a:ext cx="9144000" cy="1396425"/>
                  <a:chOff x="12075" y="444775"/>
                  <a:chExt cx="9144000" cy="1396425"/>
                </a:xfrm>
              </p:grpSpPr>
              <p:cxnSp>
                <p:nvCxnSpPr>
                  <p:cNvPr id="1140" name="Google Shape;1140;p2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41" name="Google Shape;1141;p2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42" name="Google Shape;1142;p2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43" name="Google Shape;1143;p23"/>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144" name="Google Shape;1144;p23"/>
                <p:cNvGrpSpPr/>
                <p:nvPr/>
              </p:nvGrpSpPr>
              <p:grpSpPr>
                <a:xfrm>
                  <a:off x="12075" y="2306650"/>
                  <a:ext cx="9144000" cy="1396425"/>
                  <a:chOff x="12075" y="444775"/>
                  <a:chExt cx="9144000" cy="1396425"/>
                </a:xfrm>
              </p:grpSpPr>
              <p:cxnSp>
                <p:nvCxnSpPr>
                  <p:cNvPr id="1145" name="Google Shape;1145;p2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46" name="Google Shape;1146;p2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47" name="Google Shape;1147;p2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48" name="Google Shape;1148;p23"/>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149" name="Google Shape;1149;p23"/>
                <p:cNvGrpSpPr/>
                <p:nvPr/>
              </p:nvGrpSpPr>
              <p:grpSpPr>
                <a:xfrm>
                  <a:off x="12075" y="4168525"/>
                  <a:ext cx="9144000" cy="930950"/>
                  <a:chOff x="12075" y="444775"/>
                  <a:chExt cx="9144000" cy="930950"/>
                </a:xfrm>
              </p:grpSpPr>
              <p:cxnSp>
                <p:nvCxnSpPr>
                  <p:cNvPr id="1150" name="Google Shape;1150;p2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51" name="Google Shape;1151;p2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52" name="Google Shape;1152;p2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153" name="Google Shape;1153;p23"/>
              <p:cNvGrpSpPr/>
              <p:nvPr/>
            </p:nvGrpSpPr>
            <p:grpSpPr>
              <a:xfrm rot="5400000">
                <a:off x="4473201" y="700273"/>
                <a:ext cx="5467198" cy="3723750"/>
                <a:chOff x="12075" y="1375725"/>
                <a:chExt cx="9144000" cy="3723750"/>
              </a:xfrm>
            </p:grpSpPr>
            <p:grpSp>
              <p:nvGrpSpPr>
                <p:cNvPr id="1154" name="Google Shape;1154;p23"/>
                <p:cNvGrpSpPr/>
                <p:nvPr/>
              </p:nvGrpSpPr>
              <p:grpSpPr>
                <a:xfrm>
                  <a:off x="12075" y="1375725"/>
                  <a:ext cx="9144000" cy="465475"/>
                  <a:chOff x="12075" y="1375725"/>
                  <a:chExt cx="9144000" cy="465475"/>
                </a:xfrm>
              </p:grpSpPr>
              <p:cxnSp>
                <p:nvCxnSpPr>
                  <p:cNvPr id="1155" name="Google Shape;1155;p2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56" name="Google Shape;1156;p23"/>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157" name="Google Shape;1157;p23"/>
                <p:cNvGrpSpPr/>
                <p:nvPr/>
              </p:nvGrpSpPr>
              <p:grpSpPr>
                <a:xfrm>
                  <a:off x="12075" y="2306650"/>
                  <a:ext cx="9144000" cy="1396425"/>
                  <a:chOff x="12075" y="444775"/>
                  <a:chExt cx="9144000" cy="1396425"/>
                </a:xfrm>
              </p:grpSpPr>
              <p:cxnSp>
                <p:nvCxnSpPr>
                  <p:cNvPr id="1158" name="Google Shape;1158;p2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59" name="Google Shape;1159;p2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60" name="Google Shape;1160;p2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61" name="Google Shape;1161;p23"/>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162" name="Google Shape;1162;p23"/>
                <p:cNvGrpSpPr/>
                <p:nvPr/>
              </p:nvGrpSpPr>
              <p:grpSpPr>
                <a:xfrm>
                  <a:off x="12075" y="4168525"/>
                  <a:ext cx="9144000" cy="930950"/>
                  <a:chOff x="12075" y="444775"/>
                  <a:chExt cx="9144000" cy="930950"/>
                </a:xfrm>
              </p:grpSpPr>
              <p:cxnSp>
                <p:nvCxnSpPr>
                  <p:cNvPr id="1163" name="Google Shape;1163;p23"/>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64" name="Google Shape;1164;p23"/>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65" name="Google Shape;1165;p23"/>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grpSp>
        <p:nvGrpSpPr>
          <p:cNvPr id="1166" name="Google Shape;1166;p23"/>
          <p:cNvGrpSpPr/>
          <p:nvPr/>
        </p:nvGrpSpPr>
        <p:grpSpPr>
          <a:xfrm>
            <a:off x="-7" y="167200"/>
            <a:ext cx="8952587" cy="4867172"/>
            <a:chOff x="-7" y="167200"/>
            <a:chExt cx="8952587" cy="4867172"/>
          </a:xfrm>
        </p:grpSpPr>
        <p:grpSp>
          <p:nvGrpSpPr>
            <p:cNvPr id="1167" name="Google Shape;1167;p23"/>
            <p:cNvGrpSpPr/>
            <p:nvPr/>
          </p:nvGrpSpPr>
          <p:grpSpPr>
            <a:xfrm>
              <a:off x="297807" y="4643609"/>
              <a:ext cx="8654773" cy="390763"/>
              <a:chOff x="297807" y="4643609"/>
              <a:chExt cx="8654773" cy="390763"/>
            </a:xfrm>
          </p:grpSpPr>
          <p:sp>
            <p:nvSpPr>
              <p:cNvPr id="1168" name="Google Shape;1168;p23"/>
              <p:cNvSpPr/>
              <p:nvPr/>
            </p:nvSpPr>
            <p:spPr>
              <a:xfrm>
                <a:off x="8561631" y="4643609"/>
                <a:ext cx="390949" cy="390763"/>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3"/>
              <p:cNvSpPr/>
              <p:nvPr/>
            </p:nvSpPr>
            <p:spPr>
              <a:xfrm>
                <a:off x="297807" y="4820393"/>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0" name="Google Shape;1170;p23"/>
            <p:cNvGrpSpPr/>
            <p:nvPr/>
          </p:nvGrpSpPr>
          <p:grpSpPr>
            <a:xfrm>
              <a:off x="-7" y="167200"/>
              <a:ext cx="1266969" cy="226225"/>
              <a:chOff x="-7" y="167200"/>
              <a:chExt cx="1266969" cy="226225"/>
            </a:xfrm>
          </p:grpSpPr>
          <p:sp>
            <p:nvSpPr>
              <p:cNvPr id="1171" name="Google Shape;1171;p23"/>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3"/>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73" name="Google Shape;1173;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74" name="Google Shape;1174;p23"/>
          <p:cNvSpPr txBox="1"/>
          <p:nvPr>
            <p:ph idx="1" type="subTitle"/>
          </p:nvPr>
        </p:nvSpPr>
        <p:spPr>
          <a:xfrm>
            <a:off x="1108627" y="2247550"/>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5" name="Google Shape;1175;p23"/>
          <p:cNvSpPr txBox="1"/>
          <p:nvPr>
            <p:ph idx="2" type="subTitle"/>
          </p:nvPr>
        </p:nvSpPr>
        <p:spPr>
          <a:xfrm>
            <a:off x="3579000" y="2247550"/>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6" name="Google Shape;1176;p23"/>
          <p:cNvSpPr txBox="1"/>
          <p:nvPr>
            <p:ph idx="3" type="subTitle"/>
          </p:nvPr>
        </p:nvSpPr>
        <p:spPr>
          <a:xfrm>
            <a:off x="1108627" y="3968600"/>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7" name="Google Shape;1177;p23"/>
          <p:cNvSpPr txBox="1"/>
          <p:nvPr>
            <p:ph idx="4" type="subTitle"/>
          </p:nvPr>
        </p:nvSpPr>
        <p:spPr>
          <a:xfrm>
            <a:off x="3579000" y="3968600"/>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8" name="Google Shape;1178;p23"/>
          <p:cNvSpPr txBox="1"/>
          <p:nvPr>
            <p:ph idx="5" type="subTitle"/>
          </p:nvPr>
        </p:nvSpPr>
        <p:spPr>
          <a:xfrm>
            <a:off x="6049373" y="2247550"/>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9" name="Google Shape;1179;p23"/>
          <p:cNvSpPr txBox="1"/>
          <p:nvPr>
            <p:ph idx="6" type="subTitle"/>
          </p:nvPr>
        </p:nvSpPr>
        <p:spPr>
          <a:xfrm>
            <a:off x="6049373" y="3968600"/>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80" name="Google Shape;1180;p23"/>
          <p:cNvSpPr txBox="1"/>
          <p:nvPr>
            <p:ph idx="7" type="subTitle"/>
          </p:nvPr>
        </p:nvSpPr>
        <p:spPr>
          <a:xfrm>
            <a:off x="1109527" y="1903150"/>
            <a:ext cx="1984200" cy="51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1181" name="Google Shape;1181;p23"/>
          <p:cNvSpPr txBox="1"/>
          <p:nvPr>
            <p:ph idx="8" type="subTitle"/>
          </p:nvPr>
        </p:nvSpPr>
        <p:spPr>
          <a:xfrm>
            <a:off x="3579900" y="1903150"/>
            <a:ext cx="1984200" cy="51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1182" name="Google Shape;1182;p23"/>
          <p:cNvSpPr txBox="1"/>
          <p:nvPr>
            <p:ph idx="9" type="subTitle"/>
          </p:nvPr>
        </p:nvSpPr>
        <p:spPr>
          <a:xfrm>
            <a:off x="6050273" y="1903150"/>
            <a:ext cx="1984200" cy="51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1183" name="Google Shape;1183;p23"/>
          <p:cNvSpPr txBox="1"/>
          <p:nvPr>
            <p:ph idx="13" type="subTitle"/>
          </p:nvPr>
        </p:nvSpPr>
        <p:spPr>
          <a:xfrm>
            <a:off x="1109527" y="3624200"/>
            <a:ext cx="1984200" cy="51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1184" name="Google Shape;1184;p23"/>
          <p:cNvSpPr txBox="1"/>
          <p:nvPr>
            <p:ph idx="14" type="subTitle"/>
          </p:nvPr>
        </p:nvSpPr>
        <p:spPr>
          <a:xfrm>
            <a:off x="3579900" y="3624200"/>
            <a:ext cx="1984200" cy="51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
        <p:nvSpPr>
          <p:cNvPr id="1185" name="Google Shape;1185;p23"/>
          <p:cNvSpPr txBox="1"/>
          <p:nvPr>
            <p:ph idx="15" type="subTitle"/>
          </p:nvPr>
        </p:nvSpPr>
        <p:spPr>
          <a:xfrm>
            <a:off x="6050273" y="3624200"/>
            <a:ext cx="1984200" cy="51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rlow Semi Condensed"/>
              <a:buNone/>
              <a:defRPr b="1" sz="2400">
                <a:solidFill>
                  <a:schemeClr val="dk1"/>
                </a:solidFill>
                <a:latin typeface="Barlow Semi Condensed"/>
                <a:ea typeface="Barlow Semi Condensed"/>
                <a:cs typeface="Barlow Semi Condensed"/>
                <a:sym typeface="Barlow Semi Condensed"/>
              </a:defRPr>
            </a:lvl1pPr>
            <a:lvl2pPr lvl="1"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2pPr>
            <a:lvl3pPr lvl="2"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3pPr>
            <a:lvl4pPr lvl="3"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4pPr>
            <a:lvl5pPr lvl="4"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5pPr>
            <a:lvl6pPr lvl="5"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6pPr>
            <a:lvl7pPr lvl="6"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7pPr>
            <a:lvl8pPr lvl="7"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8pPr>
            <a:lvl9pPr lvl="8" rtl="0" algn="ctr">
              <a:lnSpc>
                <a:spcPct val="100000"/>
              </a:lnSpc>
              <a:spcBef>
                <a:spcPts val="0"/>
              </a:spcBef>
              <a:spcAft>
                <a:spcPts val="0"/>
              </a:spcAft>
              <a:buSzPts val="2400"/>
              <a:buFont typeface="Barlow Semi Condensed"/>
              <a:buNone/>
              <a:defRPr b="1" sz="2400">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186" name="Shape 1186"/>
        <p:cNvGrpSpPr/>
        <p:nvPr/>
      </p:nvGrpSpPr>
      <p:grpSpPr>
        <a:xfrm>
          <a:off x="0" y="0"/>
          <a:ext cx="0" cy="0"/>
          <a:chOff x="0" y="0"/>
          <a:chExt cx="0" cy="0"/>
        </a:xfrm>
      </p:grpSpPr>
      <p:grpSp>
        <p:nvGrpSpPr>
          <p:cNvPr id="1187" name="Google Shape;1187;p24"/>
          <p:cNvGrpSpPr/>
          <p:nvPr/>
        </p:nvGrpSpPr>
        <p:grpSpPr>
          <a:xfrm flipH="1">
            <a:off x="0" y="-161849"/>
            <a:ext cx="9144000" cy="5467198"/>
            <a:chOff x="0" y="-171451"/>
            <a:chExt cx="9144000" cy="5467198"/>
          </a:xfrm>
        </p:grpSpPr>
        <p:grpSp>
          <p:nvGrpSpPr>
            <p:cNvPr id="1188" name="Google Shape;1188;p24"/>
            <p:cNvGrpSpPr/>
            <p:nvPr/>
          </p:nvGrpSpPr>
          <p:grpSpPr>
            <a:xfrm>
              <a:off x="0" y="135850"/>
              <a:ext cx="9144000" cy="4654700"/>
              <a:chOff x="12075" y="212050"/>
              <a:chExt cx="9144000" cy="4654700"/>
            </a:xfrm>
          </p:grpSpPr>
          <p:grpSp>
            <p:nvGrpSpPr>
              <p:cNvPr id="1189" name="Google Shape;1189;p24"/>
              <p:cNvGrpSpPr/>
              <p:nvPr/>
            </p:nvGrpSpPr>
            <p:grpSpPr>
              <a:xfrm>
                <a:off x="12075" y="212050"/>
                <a:ext cx="9144000" cy="1396425"/>
                <a:chOff x="12075" y="212050"/>
                <a:chExt cx="9144000" cy="1396425"/>
              </a:xfrm>
            </p:grpSpPr>
            <p:cxnSp>
              <p:nvCxnSpPr>
                <p:cNvPr id="1190" name="Google Shape;1190;p24"/>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91" name="Google Shape;1191;p24"/>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92" name="Google Shape;1192;p24"/>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93" name="Google Shape;1193;p24"/>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194" name="Google Shape;1194;p24"/>
              <p:cNvGrpSpPr/>
              <p:nvPr/>
            </p:nvGrpSpPr>
            <p:grpSpPr>
              <a:xfrm>
                <a:off x="12075" y="2073925"/>
                <a:ext cx="9144000" cy="1396425"/>
                <a:chOff x="12075" y="212050"/>
                <a:chExt cx="9144000" cy="1396425"/>
              </a:xfrm>
            </p:grpSpPr>
            <p:cxnSp>
              <p:nvCxnSpPr>
                <p:cNvPr id="1195" name="Google Shape;1195;p24"/>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96" name="Google Shape;1196;p24"/>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97" name="Google Shape;1197;p24"/>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198" name="Google Shape;1198;p24"/>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199" name="Google Shape;1199;p24"/>
              <p:cNvGrpSpPr/>
              <p:nvPr/>
            </p:nvGrpSpPr>
            <p:grpSpPr>
              <a:xfrm>
                <a:off x="12075" y="3935800"/>
                <a:ext cx="9144000" cy="930950"/>
                <a:chOff x="12075" y="212050"/>
                <a:chExt cx="9144000" cy="930950"/>
              </a:xfrm>
            </p:grpSpPr>
            <p:cxnSp>
              <p:nvCxnSpPr>
                <p:cNvPr id="1200" name="Google Shape;1200;p24"/>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01" name="Google Shape;1201;p24"/>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02" name="Google Shape;1202;p24"/>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203" name="Google Shape;1203;p24"/>
            <p:cNvGrpSpPr/>
            <p:nvPr/>
          </p:nvGrpSpPr>
          <p:grpSpPr>
            <a:xfrm>
              <a:off x="213575" y="-171451"/>
              <a:ext cx="8855100" cy="5467198"/>
              <a:chOff x="213575" y="-171451"/>
              <a:chExt cx="8855100" cy="5467198"/>
            </a:xfrm>
          </p:grpSpPr>
          <p:grpSp>
            <p:nvGrpSpPr>
              <p:cNvPr id="1204" name="Google Shape;1204;p24"/>
              <p:cNvGrpSpPr/>
              <p:nvPr/>
            </p:nvGrpSpPr>
            <p:grpSpPr>
              <a:xfrm rot="5400000">
                <a:off x="-192674" y="234798"/>
                <a:ext cx="5467198" cy="4654700"/>
                <a:chOff x="12075" y="444775"/>
                <a:chExt cx="9144000" cy="4654700"/>
              </a:xfrm>
            </p:grpSpPr>
            <p:grpSp>
              <p:nvGrpSpPr>
                <p:cNvPr id="1205" name="Google Shape;1205;p24"/>
                <p:cNvGrpSpPr/>
                <p:nvPr/>
              </p:nvGrpSpPr>
              <p:grpSpPr>
                <a:xfrm>
                  <a:off x="12075" y="444775"/>
                  <a:ext cx="9144000" cy="1396425"/>
                  <a:chOff x="12075" y="444775"/>
                  <a:chExt cx="9144000" cy="1396425"/>
                </a:xfrm>
              </p:grpSpPr>
              <p:cxnSp>
                <p:nvCxnSpPr>
                  <p:cNvPr id="1206" name="Google Shape;1206;p2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07" name="Google Shape;1207;p2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08" name="Google Shape;1208;p2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09" name="Google Shape;1209;p24"/>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210" name="Google Shape;1210;p24"/>
                <p:cNvGrpSpPr/>
                <p:nvPr/>
              </p:nvGrpSpPr>
              <p:grpSpPr>
                <a:xfrm>
                  <a:off x="12075" y="2306650"/>
                  <a:ext cx="9144000" cy="1396425"/>
                  <a:chOff x="12075" y="444775"/>
                  <a:chExt cx="9144000" cy="1396425"/>
                </a:xfrm>
              </p:grpSpPr>
              <p:cxnSp>
                <p:nvCxnSpPr>
                  <p:cNvPr id="1211" name="Google Shape;1211;p2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12" name="Google Shape;1212;p2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13" name="Google Shape;1213;p2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14" name="Google Shape;1214;p24"/>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215" name="Google Shape;1215;p24"/>
                <p:cNvGrpSpPr/>
                <p:nvPr/>
              </p:nvGrpSpPr>
              <p:grpSpPr>
                <a:xfrm>
                  <a:off x="12075" y="4168525"/>
                  <a:ext cx="9144000" cy="930950"/>
                  <a:chOff x="12075" y="444775"/>
                  <a:chExt cx="9144000" cy="930950"/>
                </a:xfrm>
              </p:grpSpPr>
              <p:cxnSp>
                <p:nvCxnSpPr>
                  <p:cNvPr id="1216" name="Google Shape;1216;p2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17" name="Google Shape;1217;p2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18" name="Google Shape;1218;p2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219" name="Google Shape;1219;p24"/>
              <p:cNvGrpSpPr/>
              <p:nvPr/>
            </p:nvGrpSpPr>
            <p:grpSpPr>
              <a:xfrm rot="5400000">
                <a:off x="4473201" y="700273"/>
                <a:ext cx="5467198" cy="3723750"/>
                <a:chOff x="12075" y="1375725"/>
                <a:chExt cx="9144000" cy="3723750"/>
              </a:xfrm>
            </p:grpSpPr>
            <p:grpSp>
              <p:nvGrpSpPr>
                <p:cNvPr id="1220" name="Google Shape;1220;p24"/>
                <p:cNvGrpSpPr/>
                <p:nvPr/>
              </p:nvGrpSpPr>
              <p:grpSpPr>
                <a:xfrm>
                  <a:off x="12075" y="1375725"/>
                  <a:ext cx="9144000" cy="465475"/>
                  <a:chOff x="12075" y="1375725"/>
                  <a:chExt cx="9144000" cy="465475"/>
                </a:xfrm>
              </p:grpSpPr>
              <p:cxnSp>
                <p:nvCxnSpPr>
                  <p:cNvPr id="1221" name="Google Shape;1221;p2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22" name="Google Shape;1222;p24"/>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223" name="Google Shape;1223;p24"/>
                <p:cNvGrpSpPr/>
                <p:nvPr/>
              </p:nvGrpSpPr>
              <p:grpSpPr>
                <a:xfrm>
                  <a:off x="12075" y="2306650"/>
                  <a:ext cx="9144000" cy="1396425"/>
                  <a:chOff x="12075" y="444775"/>
                  <a:chExt cx="9144000" cy="1396425"/>
                </a:xfrm>
              </p:grpSpPr>
              <p:cxnSp>
                <p:nvCxnSpPr>
                  <p:cNvPr id="1224" name="Google Shape;1224;p2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25" name="Google Shape;1225;p2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26" name="Google Shape;1226;p2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27" name="Google Shape;1227;p24"/>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228" name="Google Shape;1228;p24"/>
                <p:cNvGrpSpPr/>
                <p:nvPr/>
              </p:nvGrpSpPr>
              <p:grpSpPr>
                <a:xfrm>
                  <a:off x="12075" y="4168525"/>
                  <a:ext cx="9144000" cy="930950"/>
                  <a:chOff x="12075" y="444775"/>
                  <a:chExt cx="9144000" cy="930950"/>
                </a:xfrm>
              </p:grpSpPr>
              <p:cxnSp>
                <p:nvCxnSpPr>
                  <p:cNvPr id="1229" name="Google Shape;1229;p24"/>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30" name="Google Shape;1230;p24"/>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31" name="Google Shape;1231;p24"/>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sp>
        <p:nvSpPr>
          <p:cNvPr id="1232" name="Google Shape;1232;p24"/>
          <p:cNvSpPr txBox="1"/>
          <p:nvPr>
            <p:ph hasCustomPrompt="1" type="title"/>
          </p:nvPr>
        </p:nvSpPr>
        <p:spPr>
          <a:xfrm>
            <a:off x="4125350" y="539500"/>
            <a:ext cx="40878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SzPts val="6000"/>
              <a:buNone/>
              <a:defRPr sz="4500"/>
            </a:lvl1pPr>
            <a:lvl2pPr lvl="1" rtl="0" algn="l">
              <a:spcBef>
                <a:spcPts val="0"/>
              </a:spcBef>
              <a:spcAft>
                <a:spcPts val="0"/>
              </a:spcAft>
              <a:buSzPts val="6000"/>
              <a:buNone/>
              <a:defRPr sz="6000"/>
            </a:lvl2pPr>
            <a:lvl3pPr lvl="2" rtl="0" algn="l">
              <a:spcBef>
                <a:spcPts val="0"/>
              </a:spcBef>
              <a:spcAft>
                <a:spcPts val="0"/>
              </a:spcAft>
              <a:buSzPts val="6000"/>
              <a:buNone/>
              <a:defRPr sz="6000"/>
            </a:lvl3pPr>
            <a:lvl4pPr lvl="3" rtl="0" algn="l">
              <a:spcBef>
                <a:spcPts val="0"/>
              </a:spcBef>
              <a:spcAft>
                <a:spcPts val="0"/>
              </a:spcAft>
              <a:buSzPts val="6000"/>
              <a:buNone/>
              <a:defRPr sz="6000"/>
            </a:lvl4pPr>
            <a:lvl5pPr lvl="4" rtl="0" algn="l">
              <a:spcBef>
                <a:spcPts val="0"/>
              </a:spcBef>
              <a:spcAft>
                <a:spcPts val="0"/>
              </a:spcAft>
              <a:buSzPts val="6000"/>
              <a:buNone/>
              <a:defRPr sz="6000"/>
            </a:lvl5pPr>
            <a:lvl6pPr lvl="5" rtl="0" algn="l">
              <a:spcBef>
                <a:spcPts val="0"/>
              </a:spcBef>
              <a:spcAft>
                <a:spcPts val="0"/>
              </a:spcAft>
              <a:buSzPts val="6000"/>
              <a:buNone/>
              <a:defRPr sz="6000"/>
            </a:lvl6pPr>
            <a:lvl7pPr lvl="6" rtl="0" algn="l">
              <a:spcBef>
                <a:spcPts val="0"/>
              </a:spcBef>
              <a:spcAft>
                <a:spcPts val="0"/>
              </a:spcAft>
              <a:buSzPts val="6000"/>
              <a:buNone/>
              <a:defRPr sz="6000"/>
            </a:lvl7pPr>
            <a:lvl8pPr lvl="7" rtl="0" algn="l">
              <a:spcBef>
                <a:spcPts val="0"/>
              </a:spcBef>
              <a:spcAft>
                <a:spcPts val="0"/>
              </a:spcAft>
              <a:buSzPts val="6000"/>
              <a:buNone/>
              <a:defRPr sz="6000"/>
            </a:lvl8pPr>
            <a:lvl9pPr lvl="8" rtl="0" algn="l">
              <a:spcBef>
                <a:spcPts val="0"/>
              </a:spcBef>
              <a:spcAft>
                <a:spcPts val="0"/>
              </a:spcAft>
              <a:buSzPts val="6000"/>
              <a:buNone/>
              <a:defRPr sz="6000"/>
            </a:lvl9pPr>
          </a:lstStyle>
          <a:p>
            <a:r>
              <a:t>xx%</a:t>
            </a:r>
          </a:p>
        </p:txBody>
      </p:sp>
      <p:sp>
        <p:nvSpPr>
          <p:cNvPr id="1233" name="Google Shape;1233;p24"/>
          <p:cNvSpPr txBox="1"/>
          <p:nvPr>
            <p:ph idx="1" type="subTitle"/>
          </p:nvPr>
        </p:nvSpPr>
        <p:spPr>
          <a:xfrm>
            <a:off x="4159414" y="1228425"/>
            <a:ext cx="4087800" cy="469200"/>
          </a:xfrm>
          <a:prstGeom prst="rect">
            <a:avLst/>
          </a:prstGeom>
          <a:solidFill>
            <a:schemeClr val="lt2"/>
          </a:solidFill>
        </p:spPr>
        <p:txBody>
          <a:bodyPr anchorCtr="0" anchor="ctr"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nSpc>
                <a:spcPct val="100000"/>
              </a:lnSpc>
              <a:spcBef>
                <a:spcPts val="0"/>
              </a:spcBef>
              <a:spcAft>
                <a:spcPts val="0"/>
              </a:spcAft>
              <a:buClr>
                <a:schemeClr val="dk1"/>
              </a:buClr>
              <a:buSzPts val="2100"/>
              <a:buNone/>
              <a:defRPr sz="2100">
                <a:solidFill>
                  <a:schemeClr val="dk1"/>
                </a:solidFill>
              </a:defRPr>
            </a:lvl2pPr>
            <a:lvl3pPr lvl="2" rtl="0">
              <a:lnSpc>
                <a:spcPct val="100000"/>
              </a:lnSpc>
              <a:spcBef>
                <a:spcPts val="0"/>
              </a:spcBef>
              <a:spcAft>
                <a:spcPts val="0"/>
              </a:spcAft>
              <a:buClr>
                <a:schemeClr val="dk1"/>
              </a:buClr>
              <a:buSzPts val="2100"/>
              <a:buNone/>
              <a:defRPr sz="2100">
                <a:solidFill>
                  <a:schemeClr val="dk1"/>
                </a:solidFill>
              </a:defRPr>
            </a:lvl3pPr>
            <a:lvl4pPr lvl="3" rtl="0">
              <a:lnSpc>
                <a:spcPct val="100000"/>
              </a:lnSpc>
              <a:spcBef>
                <a:spcPts val="0"/>
              </a:spcBef>
              <a:spcAft>
                <a:spcPts val="0"/>
              </a:spcAft>
              <a:buClr>
                <a:schemeClr val="dk1"/>
              </a:buClr>
              <a:buSzPts val="2100"/>
              <a:buNone/>
              <a:defRPr sz="2100">
                <a:solidFill>
                  <a:schemeClr val="dk1"/>
                </a:solidFill>
              </a:defRPr>
            </a:lvl4pPr>
            <a:lvl5pPr lvl="4" rtl="0">
              <a:lnSpc>
                <a:spcPct val="100000"/>
              </a:lnSpc>
              <a:spcBef>
                <a:spcPts val="0"/>
              </a:spcBef>
              <a:spcAft>
                <a:spcPts val="0"/>
              </a:spcAft>
              <a:buClr>
                <a:schemeClr val="dk1"/>
              </a:buClr>
              <a:buSzPts val="2100"/>
              <a:buNone/>
              <a:defRPr sz="2100">
                <a:solidFill>
                  <a:schemeClr val="dk1"/>
                </a:solidFill>
              </a:defRPr>
            </a:lvl5pPr>
            <a:lvl6pPr lvl="5" rtl="0">
              <a:lnSpc>
                <a:spcPct val="100000"/>
              </a:lnSpc>
              <a:spcBef>
                <a:spcPts val="0"/>
              </a:spcBef>
              <a:spcAft>
                <a:spcPts val="0"/>
              </a:spcAft>
              <a:buClr>
                <a:schemeClr val="dk1"/>
              </a:buClr>
              <a:buSzPts val="2100"/>
              <a:buNone/>
              <a:defRPr sz="2100">
                <a:solidFill>
                  <a:schemeClr val="dk1"/>
                </a:solidFill>
              </a:defRPr>
            </a:lvl6pPr>
            <a:lvl7pPr lvl="6" rtl="0">
              <a:lnSpc>
                <a:spcPct val="100000"/>
              </a:lnSpc>
              <a:spcBef>
                <a:spcPts val="0"/>
              </a:spcBef>
              <a:spcAft>
                <a:spcPts val="0"/>
              </a:spcAft>
              <a:buClr>
                <a:schemeClr val="dk1"/>
              </a:buClr>
              <a:buSzPts val="2100"/>
              <a:buNone/>
              <a:defRPr sz="2100">
                <a:solidFill>
                  <a:schemeClr val="dk1"/>
                </a:solidFill>
              </a:defRPr>
            </a:lvl7pPr>
            <a:lvl8pPr lvl="7" rtl="0">
              <a:lnSpc>
                <a:spcPct val="100000"/>
              </a:lnSpc>
              <a:spcBef>
                <a:spcPts val="0"/>
              </a:spcBef>
              <a:spcAft>
                <a:spcPts val="0"/>
              </a:spcAft>
              <a:buClr>
                <a:schemeClr val="dk1"/>
              </a:buClr>
              <a:buSzPts val="2100"/>
              <a:buNone/>
              <a:defRPr sz="2100">
                <a:solidFill>
                  <a:schemeClr val="dk1"/>
                </a:solidFill>
              </a:defRPr>
            </a:lvl8pPr>
            <a:lvl9pPr lvl="8" rtl="0">
              <a:lnSpc>
                <a:spcPct val="100000"/>
              </a:lnSpc>
              <a:spcBef>
                <a:spcPts val="0"/>
              </a:spcBef>
              <a:spcAft>
                <a:spcPts val="0"/>
              </a:spcAft>
              <a:buClr>
                <a:schemeClr val="dk1"/>
              </a:buClr>
              <a:buSzPts val="2100"/>
              <a:buNone/>
              <a:defRPr sz="2100">
                <a:solidFill>
                  <a:schemeClr val="dk1"/>
                </a:solidFill>
              </a:defRPr>
            </a:lvl9pPr>
          </a:lstStyle>
          <a:p/>
        </p:txBody>
      </p:sp>
      <p:sp>
        <p:nvSpPr>
          <p:cNvPr id="1234" name="Google Shape;1234;p24"/>
          <p:cNvSpPr txBox="1"/>
          <p:nvPr>
            <p:ph hasCustomPrompt="1" idx="2" type="title"/>
          </p:nvPr>
        </p:nvSpPr>
        <p:spPr>
          <a:xfrm>
            <a:off x="4159414" y="1992700"/>
            <a:ext cx="40878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SzPts val="6000"/>
              <a:buNone/>
              <a:defRPr sz="4500"/>
            </a:lvl1pPr>
            <a:lvl2pPr lvl="1" rtl="0" algn="l">
              <a:spcBef>
                <a:spcPts val="0"/>
              </a:spcBef>
              <a:spcAft>
                <a:spcPts val="0"/>
              </a:spcAft>
              <a:buSzPts val="6000"/>
              <a:buNone/>
              <a:defRPr sz="6000"/>
            </a:lvl2pPr>
            <a:lvl3pPr lvl="2" rtl="0" algn="l">
              <a:spcBef>
                <a:spcPts val="0"/>
              </a:spcBef>
              <a:spcAft>
                <a:spcPts val="0"/>
              </a:spcAft>
              <a:buSzPts val="6000"/>
              <a:buNone/>
              <a:defRPr sz="6000"/>
            </a:lvl3pPr>
            <a:lvl4pPr lvl="3" rtl="0" algn="l">
              <a:spcBef>
                <a:spcPts val="0"/>
              </a:spcBef>
              <a:spcAft>
                <a:spcPts val="0"/>
              </a:spcAft>
              <a:buSzPts val="6000"/>
              <a:buNone/>
              <a:defRPr sz="6000"/>
            </a:lvl4pPr>
            <a:lvl5pPr lvl="4" rtl="0" algn="l">
              <a:spcBef>
                <a:spcPts val="0"/>
              </a:spcBef>
              <a:spcAft>
                <a:spcPts val="0"/>
              </a:spcAft>
              <a:buSzPts val="6000"/>
              <a:buNone/>
              <a:defRPr sz="6000"/>
            </a:lvl5pPr>
            <a:lvl6pPr lvl="5" rtl="0" algn="l">
              <a:spcBef>
                <a:spcPts val="0"/>
              </a:spcBef>
              <a:spcAft>
                <a:spcPts val="0"/>
              </a:spcAft>
              <a:buSzPts val="6000"/>
              <a:buNone/>
              <a:defRPr sz="6000"/>
            </a:lvl6pPr>
            <a:lvl7pPr lvl="6" rtl="0" algn="l">
              <a:spcBef>
                <a:spcPts val="0"/>
              </a:spcBef>
              <a:spcAft>
                <a:spcPts val="0"/>
              </a:spcAft>
              <a:buSzPts val="6000"/>
              <a:buNone/>
              <a:defRPr sz="6000"/>
            </a:lvl7pPr>
            <a:lvl8pPr lvl="7" rtl="0" algn="l">
              <a:spcBef>
                <a:spcPts val="0"/>
              </a:spcBef>
              <a:spcAft>
                <a:spcPts val="0"/>
              </a:spcAft>
              <a:buSzPts val="6000"/>
              <a:buNone/>
              <a:defRPr sz="6000"/>
            </a:lvl8pPr>
            <a:lvl9pPr lvl="8" rtl="0" algn="l">
              <a:spcBef>
                <a:spcPts val="0"/>
              </a:spcBef>
              <a:spcAft>
                <a:spcPts val="0"/>
              </a:spcAft>
              <a:buSzPts val="6000"/>
              <a:buNone/>
              <a:defRPr sz="6000"/>
            </a:lvl9pPr>
          </a:lstStyle>
          <a:p>
            <a:r>
              <a:t>xx%</a:t>
            </a:r>
          </a:p>
        </p:txBody>
      </p:sp>
      <p:sp>
        <p:nvSpPr>
          <p:cNvPr id="1235" name="Google Shape;1235;p24"/>
          <p:cNvSpPr txBox="1"/>
          <p:nvPr>
            <p:ph idx="3" type="subTitle"/>
          </p:nvPr>
        </p:nvSpPr>
        <p:spPr>
          <a:xfrm>
            <a:off x="4159414" y="2681615"/>
            <a:ext cx="4087800" cy="469200"/>
          </a:xfrm>
          <a:prstGeom prst="rect">
            <a:avLst/>
          </a:prstGeom>
          <a:solidFill>
            <a:schemeClr val="lt2"/>
          </a:solidFill>
        </p:spPr>
        <p:txBody>
          <a:bodyPr anchorCtr="0" anchor="ctr"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nSpc>
                <a:spcPct val="100000"/>
              </a:lnSpc>
              <a:spcBef>
                <a:spcPts val="0"/>
              </a:spcBef>
              <a:spcAft>
                <a:spcPts val="0"/>
              </a:spcAft>
              <a:buClr>
                <a:schemeClr val="dk1"/>
              </a:buClr>
              <a:buSzPts val="2100"/>
              <a:buNone/>
              <a:defRPr sz="2100">
                <a:solidFill>
                  <a:schemeClr val="dk1"/>
                </a:solidFill>
              </a:defRPr>
            </a:lvl2pPr>
            <a:lvl3pPr lvl="2" rtl="0">
              <a:lnSpc>
                <a:spcPct val="100000"/>
              </a:lnSpc>
              <a:spcBef>
                <a:spcPts val="0"/>
              </a:spcBef>
              <a:spcAft>
                <a:spcPts val="0"/>
              </a:spcAft>
              <a:buClr>
                <a:schemeClr val="dk1"/>
              </a:buClr>
              <a:buSzPts val="2100"/>
              <a:buNone/>
              <a:defRPr sz="2100">
                <a:solidFill>
                  <a:schemeClr val="dk1"/>
                </a:solidFill>
              </a:defRPr>
            </a:lvl3pPr>
            <a:lvl4pPr lvl="3" rtl="0">
              <a:lnSpc>
                <a:spcPct val="100000"/>
              </a:lnSpc>
              <a:spcBef>
                <a:spcPts val="0"/>
              </a:spcBef>
              <a:spcAft>
                <a:spcPts val="0"/>
              </a:spcAft>
              <a:buClr>
                <a:schemeClr val="dk1"/>
              </a:buClr>
              <a:buSzPts val="2100"/>
              <a:buNone/>
              <a:defRPr sz="2100">
                <a:solidFill>
                  <a:schemeClr val="dk1"/>
                </a:solidFill>
              </a:defRPr>
            </a:lvl4pPr>
            <a:lvl5pPr lvl="4" rtl="0">
              <a:lnSpc>
                <a:spcPct val="100000"/>
              </a:lnSpc>
              <a:spcBef>
                <a:spcPts val="0"/>
              </a:spcBef>
              <a:spcAft>
                <a:spcPts val="0"/>
              </a:spcAft>
              <a:buClr>
                <a:schemeClr val="dk1"/>
              </a:buClr>
              <a:buSzPts val="2100"/>
              <a:buNone/>
              <a:defRPr sz="2100">
                <a:solidFill>
                  <a:schemeClr val="dk1"/>
                </a:solidFill>
              </a:defRPr>
            </a:lvl5pPr>
            <a:lvl6pPr lvl="5" rtl="0">
              <a:lnSpc>
                <a:spcPct val="100000"/>
              </a:lnSpc>
              <a:spcBef>
                <a:spcPts val="0"/>
              </a:spcBef>
              <a:spcAft>
                <a:spcPts val="0"/>
              </a:spcAft>
              <a:buClr>
                <a:schemeClr val="dk1"/>
              </a:buClr>
              <a:buSzPts val="2100"/>
              <a:buNone/>
              <a:defRPr sz="2100">
                <a:solidFill>
                  <a:schemeClr val="dk1"/>
                </a:solidFill>
              </a:defRPr>
            </a:lvl6pPr>
            <a:lvl7pPr lvl="6" rtl="0">
              <a:lnSpc>
                <a:spcPct val="100000"/>
              </a:lnSpc>
              <a:spcBef>
                <a:spcPts val="0"/>
              </a:spcBef>
              <a:spcAft>
                <a:spcPts val="0"/>
              </a:spcAft>
              <a:buClr>
                <a:schemeClr val="dk1"/>
              </a:buClr>
              <a:buSzPts val="2100"/>
              <a:buNone/>
              <a:defRPr sz="2100">
                <a:solidFill>
                  <a:schemeClr val="dk1"/>
                </a:solidFill>
              </a:defRPr>
            </a:lvl7pPr>
            <a:lvl8pPr lvl="7" rtl="0">
              <a:lnSpc>
                <a:spcPct val="100000"/>
              </a:lnSpc>
              <a:spcBef>
                <a:spcPts val="0"/>
              </a:spcBef>
              <a:spcAft>
                <a:spcPts val="0"/>
              </a:spcAft>
              <a:buClr>
                <a:schemeClr val="dk1"/>
              </a:buClr>
              <a:buSzPts val="2100"/>
              <a:buNone/>
              <a:defRPr sz="2100">
                <a:solidFill>
                  <a:schemeClr val="dk1"/>
                </a:solidFill>
              </a:defRPr>
            </a:lvl8pPr>
            <a:lvl9pPr lvl="8" rtl="0">
              <a:lnSpc>
                <a:spcPct val="100000"/>
              </a:lnSpc>
              <a:spcBef>
                <a:spcPts val="0"/>
              </a:spcBef>
              <a:spcAft>
                <a:spcPts val="0"/>
              </a:spcAft>
              <a:buClr>
                <a:schemeClr val="dk1"/>
              </a:buClr>
              <a:buSzPts val="2100"/>
              <a:buNone/>
              <a:defRPr sz="2100">
                <a:solidFill>
                  <a:schemeClr val="dk1"/>
                </a:solidFill>
              </a:defRPr>
            </a:lvl9pPr>
          </a:lstStyle>
          <a:p/>
        </p:txBody>
      </p:sp>
      <p:sp>
        <p:nvSpPr>
          <p:cNvPr id="1236" name="Google Shape;1236;p24"/>
          <p:cNvSpPr txBox="1"/>
          <p:nvPr>
            <p:ph hasCustomPrompt="1" idx="4" type="title"/>
          </p:nvPr>
        </p:nvSpPr>
        <p:spPr>
          <a:xfrm>
            <a:off x="4159414" y="3445874"/>
            <a:ext cx="4087800" cy="768900"/>
          </a:xfrm>
          <a:prstGeom prst="rect">
            <a:avLst/>
          </a:prstGeom>
          <a:noFill/>
        </p:spPr>
        <p:txBody>
          <a:bodyPr anchorCtr="0" anchor="b" bIns="91425" lIns="91425" spcFirstLastPara="1" rIns="91425" wrap="square" tIns="91425">
            <a:noAutofit/>
          </a:bodyPr>
          <a:lstStyle>
            <a:lvl1pPr lvl="0" rtl="0" algn="l">
              <a:spcBef>
                <a:spcPts val="0"/>
              </a:spcBef>
              <a:spcAft>
                <a:spcPts val="0"/>
              </a:spcAft>
              <a:buSzPts val="6000"/>
              <a:buNone/>
              <a:defRPr sz="4500"/>
            </a:lvl1pPr>
            <a:lvl2pPr lvl="1" rtl="0" algn="l">
              <a:spcBef>
                <a:spcPts val="0"/>
              </a:spcBef>
              <a:spcAft>
                <a:spcPts val="0"/>
              </a:spcAft>
              <a:buSzPts val="6000"/>
              <a:buNone/>
              <a:defRPr sz="6000"/>
            </a:lvl2pPr>
            <a:lvl3pPr lvl="2" rtl="0" algn="l">
              <a:spcBef>
                <a:spcPts val="0"/>
              </a:spcBef>
              <a:spcAft>
                <a:spcPts val="0"/>
              </a:spcAft>
              <a:buSzPts val="6000"/>
              <a:buNone/>
              <a:defRPr sz="6000"/>
            </a:lvl3pPr>
            <a:lvl4pPr lvl="3" rtl="0" algn="l">
              <a:spcBef>
                <a:spcPts val="0"/>
              </a:spcBef>
              <a:spcAft>
                <a:spcPts val="0"/>
              </a:spcAft>
              <a:buSzPts val="6000"/>
              <a:buNone/>
              <a:defRPr sz="6000"/>
            </a:lvl4pPr>
            <a:lvl5pPr lvl="4" rtl="0" algn="l">
              <a:spcBef>
                <a:spcPts val="0"/>
              </a:spcBef>
              <a:spcAft>
                <a:spcPts val="0"/>
              </a:spcAft>
              <a:buSzPts val="6000"/>
              <a:buNone/>
              <a:defRPr sz="6000"/>
            </a:lvl5pPr>
            <a:lvl6pPr lvl="5" rtl="0" algn="l">
              <a:spcBef>
                <a:spcPts val="0"/>
              </a:spcBef>
              <a:spcAft>
                <a:spcPts val="0"/>
              </a:spcAft>
              <a:buSzPts val="6000"/>
              <a:buNone/>
              <a:defRPr sz="6000"/>
            </a:lvl6pPr>
            <a:lvl7pPr lvl="6" rtl="0" algn="l">
              <a:spcBef>
                <a:spcPts val="0"/>
              </a:spcBef>
              <a:spcAft>
                <a:spcPts val="0"/>
              </a:spcAft>
              <a:buSzPts val="6000"/>
              <a:buNone/>
              <a:defRPr sz="6000"/>
            </a:lvl7pPr>
            <a:lvl8pPr lvl="7" rtl="0" algn="l">
              <a:spcBef>
                <a:spcPts val="0"/>
              </a:spcBef>
              <a:spcAft>
                <a:spcPts val="0"/>
              </a:spcAft>
              <a:buSzPts val="6000"/>
              <a:buNone/>
              <a:defRPr sz="6000"/>
            </a:lvl8pPr>
            <a:lvl9pPr lvl="8" rtl="0" algn="l">
              <a:spcBef>
                <a:spcPts val="0"/>
              </a:spcBef>
              <a:spcAft>
                <a:spcPts val="0"/>
              </a:spcAft>
              <a:buSzPts val="6000"/>
              <a:buNone/>
              <a:defRPr sz="6000"/>
            </a:lvl9pPr>
          </a:lstStyle>
          <a:p>
            <a:r>
              <a:t>xx%</a:t>
            </a:r>
          </a:p>
        </p:txBody>
      </p:sp>
      <p:sp>
        <p:nvSpPr>
          <p:cNvPr id="1237" name="Google Shape;1237;p24"/>
          <p:cNvSpPr txBox="1"/>
          <p:nvPr>
            <p:ph idx="5" type="subTitle"/>
          </p:nvPr>
        </p:nvSpPr>
        <p:spPr>
          <a:xfrm>
            <a:off x="4159414" y="4134800"/>
            <a:ext cx="4087800" cy="469200"/>
          </a:xfrm>
          <a:prstGeom prst="rect">
            <a:avLst/>
          </a:prstGeom>
          <a:solidFill>
            <a:schemeClr val="lt2"/>
          </a:solidFill>
        </p:spPr>
        <p:txBody>
          <a:bodyPr anchorCtr="0" anchor="ctr"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nSpc>
                <a:spcPct val="100000"/>
              </a:lnSpc>
              <a:spcBef>
                <a:spcPts val="0"/>
              </a:spcBef>
              <a:spcAft>
                <a:spcPts val="0"/>
              </a:spcAft>
              <a:buClr>
                <a:schemeClr val="dk1"/>
              </a:buClr>
              <a:buSzPts val="2100"/>
              <a:buNone/>
              <a:defRPr sz="2100">
                <a:solidFill>
                  <a:schemeClr val="dk1"/>
                </a:solidFill>
              </a:defRPr>
            </a:lvl2pPr>
            <a:lvl3pPr lvl="2" rtl="0">
              <a:lnSpc>
                <a:spcPct val="100000"/>
              </a:lnSpc>
              <a:spcBef>
                <a:spcPts val="0"/>
              </a:spcBef>
              <a:spcAft>
                <a:spcPts val="0"/>
              </a:spcAft>
              <a:buClr>
                <a:schemeClr val="dk1"/>
              </a:buClr>
              <a:buSzPts val="2100"/>
              <a:buNone/>
              <a:defRPr sz="2100">
                <a:solidFill>
                  <a:schemeClr val="dk1"/>
                </a:solidFill>
              </a:defRPr>
            </a:lvl3pPr>
            <a:lvl4pPr lvl="3" rtl="0">
              <a:lnSpc>
                <a:spcPct val="100000"/>
              </a:lnSpc>
              <a:spcBef>
                <a:spcPts val="0"/>
              </a:spcBef>
              <a:spcAft>
                <a:spcPts val="0"/>
              </a:spcAft>
              <a:buClr>
                <a:schemeClr val="dk1"/>
              </a:buClr>
              <a:buSzPts val="2100"/>
              <a:buNone/>
              <a:defRPr sz="2100">
                <a:solidFill>
                  <a:schemeClr val="dk1"/>
                </a:solidFill>
              </a:defRPr>
            </a:lvl4pPr>
            <a:lvl5pPr lvl="4" rtl="0">
              <a:lnSpc>
                <a:spcPct val="100000"/>
              </a:lnSpc>
              <a:spcBef>
                <a:spcPts val="0"/>
              </a:spcBef>
              <a:spcAft>
                <a:spcPts val="0"/>
              </a:spcAft>
              <a:buClr>
                <a:schemeClr val="dk1"/>
              </a:buClr>
              <a:buSzPts val="2100"/>
              <a:buNone/>
              <a:defRPr sz="2100">
                <a:solidFill>
                  <a:schemeClr val="dk1"/>
                </a:solidFill>
              </a:defRPr>
            </a:lvl5pPr>
            <a:lvl6pPr lvl="5" rtl="0">
              <a:lnSpc>
                <a:spcPct val="100000"/>
              </a:lnSpc>
              <a:spcBef>
                <a:spcPts val="0"/>
              </a:spcBef>
              <a:spcAft>
                <a:spcPts val="0"/>
              </a:spcAft>
              <a:buClr>
                <a:schemeClr val="dk1"/>
              </a:buClr>
              <a:buSzPts val="2100"/>
              <a:buNone/>
              <a:defRPr sz="2100">
                <a:solidFill>
                  <a:schemeClr val="dk1"/>
                </a:solidFill>
              </a:defRPr>
            </a:lvl6pPr>
            <a:lvl7pPr lvl="6" rtl="0">
              <a:lnSpc>
                <a:spcPct val="100000"/>
              </a:lnSpc>
              <a:spcBef>
                <a:spcPts val="0"/>
              </a:spcBef>
              <a:spcAft>
                <a:spcPts val="0"/>
              </a:spcAft>
              <a:buClr>
                <a:schemeClr val="dk1"/>
              </a:buClr>
              <a:buSzPts val="2100"/>
              <a:buNone/>
              <a:defRPr sz="2100">
                <a:solidFill>
                  <a:schemeClr val="dk1"/>
                </a:solidFill>
              </a:defRPr>
            </a:lvl7pPr>
            <a:lvl8pPr lvl="7" rtl="0">
              <a:lnSpc>
                <a:spcPct val="100000"/>
              </a:lnSpc>
              <a:spcBef>
                <a:spcPts val="0"/>
              </a:spcBef>
              <a:spcAft>
                <a:spcPts val="0"/>
              </a:spcAft>
              <a:buClr>
                <a:schemeClr val="dk1"/>
              </a:buClr>
              <a:buSzPts val="2100"/>
              <a:buNone/>
              <a:defRPr sz="2100">
                <a:solidFill>
                  <a:schemeClr val="dk1"/>
                </a:solidFill>
              </a:defRPr>
            </a:lvl8pPr>
            <a:lvl9pPr lvl="8" rtl="0">
              <a:lnSpc>
                <a:spcPct val="100000"/>
              </a:lnSpc>
              <a:spcBef>
                <a:spcPts val="0"/>
              </a:spcBef>
              <a:spcAft>
                <a:spcPts val="0"/>
              </a:spcAft>
              <a:buClr>
                <a:schemeClr val="dk1"/>
              </a:buClr>
              <a:buSzPts val="2100"/>
              <a:buNone/>
              <a:defRPr sz="2100">
                <a:solidFill>
                  <a:schemeClr val="dk1"/>
                </a:solidFill>
              </a:defRPr>
            </a:lvl9pPr>
          </a:lstStyle>
          <a:p/>
        </p:txBody>
      </p:sp>
      <p:grpSp>
        <p:nvGrpSpPr>
          <p:cNvPr id="1238" name="Google Shape;1238;p24"/>
          <p:cNvGrpSpPr/>
          <p:nvPr/>
        </p:nvGrpSpPr>
        <p:grpSpPr>
          <a:xfrm>
            <a:off x="-7" y="167200"/>
            <a:ext cx="8952584" cy="4904836"/>
            <a:chOff x="-7" y="167200"/>
            <a:chExt cx="8952584" cy="4904836"/>
          </a:xfrm>
        </p:grpSpPr>
        <p:grpSp>
          <p:nvGrpSpPr>
            <p:cNvPr id="1239" name="Google Shape;1239;p24"/>
            <p:cNvGrpSpPr/>
            <p:nvPr/>
          </p:nvGrpSpPr>
          <p:grpSpPr>
            <a:xfrm>
              <a:off x="-7" y="167200"/>
              <a:ext cx="8952584" cy="4746443"/>
              <a:chOff x="-7" y="167200"/>
              <a:chExt cx="8952584" cy="4746443"/>
            </a:xfrm>
          </p:grpSpPr>
          <p:grpSp>
            <p:nvGrpSpPr>
              <p:cNvPr id="1240" name="Google Shape;1240;p24"/>
              <p:cNvGrpSpPr/>
              <p:nvPr/>
            </p:nvGrpSpPr>
            <p:grpSpPr>
              <a:xfrm>
                <a:off x="-7" y="167200"/>
                <a:ext cx="1266969" cy="226225"/>
                <a:chOff x="-7" y="167200"/>
                <a:chExt cx="1266969" cy="226225"/>
              </a:xfrm>
            </p:grpSpPr>
            <p:sp>
              <p:nvSpPr>
                <p:cNvPr id="1241" name="Google Shape;1241;p24"/>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4"/>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3" name="Google Shape;1243;p24"/>
              <p:cNvGrpSpPr/>
              <p:nvPr/>
            </p:nvGrpSpPr>
            <p:grpSpPr>
              <a:xfrm>
                <a:off x="7519182" y="245168"/>
                <a:ext cx="1433395" cy="4668474"/>
                <a:chOff x="7519182" y="245168"/>
                <a:chExt cx="1433395" cy="4668474"/>
              </a:xfrm>
            </p:grpSpPr>
            <p:sp>
              <p:nvSpPr>
                <p:cNvPr id="1244" name="Google Shape;1244;p24"/>
                <p:cNvSpPr/>
                <p:nvPr/>
              </p:nvSpPr>
              <p:spPr>
                <a:xfrm>
                  <a:off x="8593476" y="4554701"/>
                  <a:ext cx="359101" cy="358941"/>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4"/>
                <p:cNvSpPr/>
                <p:nvPr/>
              </p:nvSpPr>
              <p:spPr>
                <a:xfrm>
                  <a:off x="7519182" y="245168"/>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46" name="Google Shape;1246;p24"/>
            <p:cNvGrpSpPr/>
            <p:nvPr/>
          </p:nvGrpSpPr>
          <p:grpSpPr>
            <a:xfrm flipH="1">
              <a:off x="8195652" y="4784989"/>
              <a:ext cx="291257" cy="287046"/>
              <a:chOff x="5456048" y="1794743"/>
              <a:chExt cx="178248" cy="175682"/>
            </a:xfrm>
          </p:grpSpPr>
          <p:sp>
            <p:nvSpPr>
              <p:cNvPr id="1247" name="Google Shape;1247;p24"/>
              <p:cNvSpPr/>
              <p:nvPr/>
            </p:nvSpPr>
            <p:spPr>
              <a:xfrm>
                <a:off x="5456048" y="1794743"/>
                <a:ext cx="178248" cy="175682"/>
              </a:xfrm>
              <a:custGeom>
                <a:rect b="b" l="l" r="r" t="t"/>
                <a:pathLst>
                  <a:path extrusionOk="0" h="1780" w="1806">
                    <a:moveTo>
                      <a:pt x="277" y="0"/>
                    </a:moveTo>
                    <a:lnTo>
                      <a:pt x="1" y="276"/>
                    </a:lnTo>
                    <a:lnTo>
                      <a:pt x="1530" y="1780"/>
                    </a:lnTo>
                    <a:lnTo>
                      <a:pt x="1805" y="1504"/>
                    </a:lnTo>
                    <a:lnTo>
                      <a:pt x="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4"/>
              <p:cNvSpPr/>
              <p:nvPr/>
            </p:nvSpPr>
            <p:spPr>
              <a:xfrm>
                <a:off x="5456048" y="1794743"/>
                <a:ext cx="178248" cy="175682"/>
              </a:xfrm>
              <a:custGeom>
                <a:rect b="b" l="l" r="r" t="t"/>
                <a:pathLst>
                  <a:path extrusionOk="0" h="1780" w="1806">
                    <a:moveTo>
                      <a:pt x="1505" y="0"/>
                    </a:moveTo>
                    <a:lnTo>
                      <a:pt x="1" y="1504"/>
                    </a:lnTo>
                    <a:lnTo>
                      <a:pt x="302" y="1780"/>
                    </a:lnTo>
                    <a:lnTo>
                      <a:pt x="1805" y="276"/>
                    </a:lnTo>
                    <a:lnTo>
                      <a:pt x="15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49" name="Shape 1249"/>
        <p:cNvGrpSpPr/>
        <p:nvPr/>
      </p:nvGrpSpPr>
      <p:grpSpPr>
        <a:xfrm>
          <a:off x="0" y="0"/>
          <a:ext cx="0" cy="0"/>
          <a:chOff x="0" y="0"/>
          <a:chExt cx="0" cy="0"/>
        </a:xfrm>
      </p:grpSpPr>
      <p:grpSp>
        <p:nvGrpSpPr>
          <p:cNvPr id="1250" name="Google Shape;1250;p25"/>
          <p:cNvGrpSpPr/>
          <p:nvPr/>
        </p:nvGrpSpPr>
        <p:grpSpPr>
          <a:xfrm flipH="1">
            <a:off x="0" y="-161849"/>
            <a:ext cx="9144000" cy="5467198"/>
            <a:chOff x="0" y="-171451"/>
            <a:chExt cx="9144000" cy="5467198"/>
          </a:xfrm>
        </p:grpSpPr>
        <p:grpSp>
          <p:nvGrpSpPr>
            <p:cNvPr id="1251" name="Google Shape;1251;p25"/>
            <p:cNvGrpSpPr/>
            <p:nvPr/>
          </p:nvGrpSpPr>
          <p:grpSpPr>
            <a:xfrm>
              <a:off x="0" y="135850"/>
              <a:ext cx="9144000" cy="4654700"/>
              <a:chOff x="12075" y="212050"/>
              <a:chExt cx="9144000" cy="4654700"/>
            </a:xfrm>
          </p:grpSpPr>
          <p:grpSp>
            <p:nvGrpSpPr>
              <p:cNvPr id="1252" name="Google Shape;1252;p25"/>
              <p:cNvGrpSpPr/>
              <p:nvPr/>
            </p:nvGrpSpPr>
            <p:grpSpPr>
              <a:xfrm>
                <a:off x="12075" y="212050"/>
                <a:ext cx="9144000" cy="1396425"/>
                <a:chOff x="12075" y="212050"/>
                <a:chExt cx="9144000" cy="1396425"/>
              </a:xfrm>
            </p:grpSpPr>
            <p:cxnSp>
              <p:nvCxnSpPr>
                <p:cNvPr id="1253" name="Google Shape;1253;p25"/>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54" name="Google Shape;1254;p25"/>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55" name="Google Shape;1255;p25"/>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56" name="Google Shape;1256;p25"/>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257" name="Google Shape;1257;p25"/>
              <p:cNvGrpSpPr/>
              <p:nvPr/>
            </p:nvGrpSpPr>
            <p:grpSpPr>
              <a:xfrm>
                <a:off x="12075" y="2073925"/>
                <a:ext cx="9144000" cy="1396425"/>
                <a:chOff x="12075" y="212050"/>
                <a:chExt cx="9144000" cy="1396425"/>
              </a:xfrm>
            </p:grpSpPr>
            <p:cxnSp>
              <p:nvCxnSpPr>
                <p:cNvPr id="1258" name="Google Shape;1258;p25"/>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59" name="Google Shape;1259;p25"/>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60" name="Google Shape;1260;p25"/>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61" name="Google Shape;1261;p25"/>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262" name="Google Shape;1262;p25"/>
              <p:cNvGrpSpPr/>
              <p:nvPr/>
            </p:nvGrpSpPr>
            <p:grpSpPr>
              <a:xfrm>
                <a:off x="12075" y="3935800"/>
                <a:ext cx="9144000" cy="930950"/>
                <a:chOff x="12075" y="212050"/>
                <a:chExt cx="9144000" cy="930950"/>
              </a:xfrm>
            </p:grpSpPr>
            <p:cxnSp>
              <p:nvCxnSpPr>
                <p:cNvPr id="1263" name="Google Shape;1263;p25"/>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64" name="Google Shape;1264;p25"/>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65" name="Google Shape;1265;p25"/>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266" name="Google Shape;1266;p25"/>
            <p:cNvGrpSpPr/>
            <p:nvPr/>
          </p:nvGrpSpPr>
          <p:grpSpPr>
            <a:xfrm>
              <a:off x="213575" y="-171451"/>
              <a:ext cx="8855100" cy="5467198"/>
              <a:chOff x="213575" y="-171451"/>
              <a:chExt cx="8855100" cy="5467198"/>
            </a:xfrm>
          </p:grpSpPr>
          <p:grpSp>
            <p:nvGrpSpPr>
              <p:cNvPr id="1267" name="Google Shape;1267;p25"/>
              <p:cNvGrpSpPr/>
              <p:nvPr/>
            </p:nvGrpSpPr>
            <p:grpSpPr>
              <a:xfrm rot="5400000">
                <a:off x="-192674" y="234798"/>
                <a:ext cx="5467198" cy="4654700"/>
                <a:chOff x="12075" y="444775"/>
                <a:chExt cx="9144000" cy="4654700"/>
              </a:xfrm>
            </p:grpSpPr>
            <p:grpSp>
              <p:nvGrpSpPr>
                <p:cNvPr id="1268" name="Google Shape;1268;p25"/>
                <p:cNvGrpSpPr/>
                <p:nvPr/>
              </p:nvGrpSpPr>
              <p:grpSpPr>
                <a:xfrm>
                  <a:off x="12075" y="444775"/>
                  <a:ext cx="9144000" cy="1396425"/>
                  <a:chOff x="12075" y="444775"/>
                  <a:chExt cx="9144000" cy="1396425"/>
                </a:xfrm>
              </p:grpSpPr>
              <p:cxnSp>
                <p:nvCxnSpPr>
                  <p:cNvPr id="1269" name="Google Shape;1269;p2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70" name="Google Shape;1270;p2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71" name="Google Shape;1271;p2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72" name="Google Shape;1272;p25"/>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273" name="Google Shape;1273;p25"/>
                <p:cNvGrpSpPr/>
                <p:nvPr/>
              </p:nvGrpSpPr>
              <p:grpSpPr>
                <a:xfrm>
                  <a:off x="12075" y="2306650"/>
                  <a:ext cx="9144000" cy="1396425"/>
                  <a:chOff x="12075" y="444775"/>
                  <a:chExt cx="9144000" cy="1396425"/>
                </a:xfrm>
              </p:grpSpPr>
              <p:cxnSp>
                <p:nvCxnSpPr>
                  <p:cNvPr id="1274" name="Google Shape;1274;p2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75" name="Google Shape;1275;p2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76" name="Google Shape;1276;p2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77" name="Google Shape;1277;p25"/>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278" name="Google Shape;1278;p25"/>
                <p:cNvGrpSpPr/>
                <p:nvPr/>
              </p:nvGrpSpPr>
              <p:grpSpPr>
                <a:xfrm>
                  <a:off x="12075" y="4168525"/>
                  <a:ext cx="9144000" cy="930950"/>
                  <a:chOff x="12075" y="444775"/>
                  <a:chExt cx="9144000" cy="930950"/>
                </a:xfrm>
              </p:grpSpPr>
              <p:cxnSp>
                <p:nvCxnSpPr>
                  <p:cNvPr id="1279" name="Google Shape;1279;p2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80" name="Google Shape;1280;p2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81" name="Google Shape;1281;p2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282" name="Google Shape;1282;p25"/>
              <p:cNvGrpSpPr/>
              <p:nvPr/>
            </p:nvGrpSpPr>
            <p:grpSpPr>
              <a:xfrm rot="5400000">
                <a:off x="4473201" y="700273"/>
                <a:ext cx="5467198" cy="3723750"/>
                <a:chOff x="12075" y="1375725"/>
                <a:chExt cx="9144000" cy="3723750"/>
              </a:xfrm>
            </p:grpSpPr>
            <p:grpSp>
              <p:nvGrpSpPr>
                <p:cNvPr id="1283" name="Google Shape;1283;p25"/>
                <p:cNvGrpSpPr/>
                <p:nvPr/>
              </p:nvGrpSpPr>
              <p:grpSpPr>
                <a:xfrm>
                  <a:off x="12075" y="1375725"/>
                  <a:ext cx="9144000" cy="465475"/>
                  <a:chOff x="12075" y="1375725"/>
                  <a:chExt cx="9144000" cy="465475"/>
                </a:xfrm>
              </p:grpSpPr>
              <p:cxnSp>
                <p:nvCxnSpPr>
                  <p:cNvPr id="1284" name="Google Shape;1284;p2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85" name="Google Shape;1285;p25"/>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286" name="Google Shape;1286;p25"/>
                <p:cNvGrpSpPr/>
                <p:nvPr/>
              </p:nvGrpSpPr>
              <p:grpSpPr>
                <a:xfrm>
                  <a:off x="12075" y="2306650"/>
                  <a:ext cx="9144000" cy="1396425"/>
                  <a:chOff x="12075" y="444775"/>
                  <a:chExt cx="9144000" cy="1396425"/>
                </a:xfrm>
              </p:grpSpPr>
              <p:cxnSp>
                <p:nvCxnSpPr>
                  <p:cNvPr id="1287" name="Google Shape;1287;p2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88" name="Google Shape;1288;p2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89" name="Google Shape;1289;p2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90" name="Google Shape;1290;p25"/>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291" name="Google Shape;1291;p25"/>
                <p:cNvGrpSpPr/>
                <p:nvPr/>
              </p:nvGrpSpPr>
              <p:grpSpPr>
                <a:xfrm>
                  <a:off x="12075" y="4168525"/>
                  <a:ext cx="9144000" cy="930950"/>
                  <a:chOff x="12075" y="444775"/>
                  <a:chExt cx="9144000" cy="930950"/>
                </a:xfrm>
              </p:grpSpPr>
              <p:cxnSp>
                <p:nvCxnSpPr>
                  <p:cNvPr id="1292" name="Google Shape;1292;p25"/>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93" name="Google Shape;1293;p25"/>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294" name="Google Shape;1294;p25"/>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grpSp>
        <p:nvGrpSpPr>
          <p:cNvPr id="1295" name="Google Shape;1295;p25"/>
          <p:cNvGrpSpPr/>
          <p:nvPr/>
        </p:nvGrpSpPr>
        <p:grpSpPr>
          <a:xfrm flipH="1">
            <a:off x="191418" y="167200"/>
            <a:ext cx="8952587" cy="4867172"/>
            <a:chOff x="-7" y="167200"/>
            <a:chExt cx="8952587" cy="4867172"/>
          </a:xfrm>
        </p:grpSpPr>
        <p:grpSp>
          <p:nvGrpSpPr>
            <p:cNvPr id="1296" name="Google Shape;1296;p25"/>
            <p:cNvGrpSpPr/>
            <p:nvPr/>
          </p:nvGrpSpPr>
          <p:grpSpPr>
            <a:xfrm>
              <a:off x="7519182" y="4467918"/>
              <a:ext cx="1433398" cy="566454"/>
              <a:chOff x="7519182" y="4467918"/>
              <a:chExt cx="1433398" cy="566454"/>
            </a:xfrm>
          </p:grpSpPr>
          <p:sp>
            <p:nvSpPr>
              <p:cNvPr id="1297" name="Google Shape;1297;p25"/>
              <p:cNvSpPr/>
              <p:nvPr/>
            </p:nvSpPr>
            <p:spPr>
              <a:xfrm>
                <a:off x="8561631" y="4643609"/>
                <a:ext cx="390949" cy="390763"/>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5"/>
              <p:cNvSpPr/>
              <p:nvPr/>
            </p:nvSpPr>
            <p:spPr>
              <a:xfrm>
                <a:off x="7519182" y="4467918"/>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9" name="Google Shape;1299;p25"/>
            <p:cNvGrpSpPr/>
            <p:nvPr/>
          </p:nvGrpSpPr>
          <p:grpSpPr>
            <a:xfrm>
              <a:off x="-7" y="167200"/>
              <a:ext cx="1266969" cy="226225"/>
              <a:chOff x="-7" y="167200"/>
              <a:chExt cx="1266969" cy="226225"/>
            </a:xfrm>
          </p:grpSpPr>
          <p:sp>
            <p:nvSpPr>
              <p:cNvPr id="1300" name="Google Shape;1300;p25"/>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5"/>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02" name="Google Shape;1302;p25"/>
          <p:cNvSpPr txBox="1"/>
          <p:nvPr>
            <p:ph type="title"/>
          </p:nvPr>
        </p:nvSpPr>
        <p:spPr>
          <a:xfrm>
            <a:off x="3982663" y="525125"/>
            <a:ext cx="4448100" cy="1058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8500"/>
              <a:buNone/>
              <a:defRPr sz="8500"/>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
        <p:nvSpPr>
          <p:cNvPr id="1303" name="Google Shape;1303;p25"/>
          <p:cNvSpPr txBox="1"/>
          <p:nvPr>
            <p:ph idx="1" type="subTitle"/>
          </p:nvPr>
        </p:nvSpPr>
        <p:spPr>
          <a:xfrm>
            <a:off x="3982625" y="1763875"/>
            <a:ext cx="4448100" cy="1058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400"/>
              <a:buNone/>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1304" name="Google Shape;1304;p25"/>
          <p:cNvSpPr txBox="1"/>
          <p:nvPr/>
        </p:nvSpPr>
        <p:spPr>
          <a:xfrm>
            <a:off x="3982675" y="3611950"/>
            <a:ext cx="4448100" cy="556200"/>
          </a:xfrm>
          <a:prstGeom prst="rect">
            <a:avLst/>
          </a:prstGeom>
          <a:noFill/>
          <a:ln>
            <a:noFill/>
          </a:ln>
        </p:spPr>
        <p:txBody>
          <a:bodyPr anchorCtr="0" anchor="t" bIns="91425" lIns="91425" spcFirstLastPara="1" rIns="91425" wrap="square" tIns="91425">
            <a:noAutofit/>
          </a:bodyPr>
          <a:lstStyle/>
          <a:p>
            <a:pPr indent="0" lvl="0" marL="0" rtl="0" algn="r">
              <a:spcBef>
                <a:spcPts val="300"/>
              </a:spcBef>
              <a:spcAft>
                <a:spcPts val="0"/>
              </a:spcAft>
              <a:buNone/>
            </a:pPr>
            <a:r>
              <a:rPr lang="en" sz="1100">
                <a:solidFill>
                  <a:schemeClr val="dk1"/>
                </a:solidFill>
                <a:latin typeface="Titillium Web"/>
                <a:ea typeface="Titillium Web"/>
                <a:cs typeface="Titillium Web"/>
                <a:sym typeface="Titillium Web"/>
              </a:rPr>
              <a:t>CREDITS: This presentation template was created by </a:t>
            </a:r>
            <a:r>
              <a:rPr lang="en" sz="1100" u="sng">
                <a:solidFill>
                  <a:schemeClr val="dk1"/>
                </a:solidFill>
                <a:latin typeface="Titillium Web"/>
                <a:ea typeface="Titillium Web"/>
                <a:cs typeface="Titillium Web"/>
                <a:sym typeface="Titillium Web"/>
                <a:hlinkClick r:id="rId2">
                  <a:extLst>
                    <a:ext uri="{A12FA001-AC4F-418D-AE19-62706E023703}">
                      <ahyp:hlinkClr val="tx"/>
                    </a:ext>
                  </a:extLst>
                </a:hlinkClick>
              </a:rPr>
              <a:t>Slidesgo</a:t>
            </a:r>
            <a:r>
              <a:rPr lang="en" sz="1100">
                <a:solidFill>
                  <a:schemeClr val="dk1"/>
                </a:solidFill>
                <a:latin typeface="Titillium Web"/>
                <a:ea typeface="Titillium Web"/>
                <a:cs typeface="Titillium Web"/>
                <a:sym typeface="Titillium Web"/>
              </a:rPr>
              <a:t>, and includes icons by </a:t>
            </a:r>
            <a:r>
              <a:rPr lang="en" sz="1100" u="sng">
                <a:solidFill>
                  <a:schemeClr val="dk1"/>
                </a:solidFill>
                <a:latin typeface="Titillium Web"/>
                <a:ea typeface="Titillium Web"/>
                <a:cs typeface="Titillium Web"/>
                <a:sym typeface="Titillium Web"/>
                <a:hlinkClick r:id="rId3">
                  <a:extLst>
                    <a:ext uri="{A12FA001-AC4F-418D-AE19-62706E023703}">
                      <ahyp:hlinkClr val="tx"/>
                    </a:ext>
                  </a:extLst>
                </a:hlinkClick>
              </a:rPr>
              <a:t>Flaticon</a:t>
            </a:r>
            <a:r>
              <a:rPr lang="en" sz="1100">
                <a:solidFill>
                  <a:schemeClr val="dk1"/>
                </a:solidFill>
                <a:latin typeface="Titillium Web"/>
                <a:ea typeface="Titillium Web"/>
                <a:cs typeface="Titillium Web"/>
                <a:sym typeface="Titillium Web"/>
              </a:rPr>
              <a:t>, and infographics &amp; images by </a:t>
            </a:r>
            <a:r>
              <a:rPr lang="en" sz="1100" u="sng">
                <a:solidFill>
                  <a:schemeClr val="dk1"/>
                </a:solidFill>
                <a:latin typeface="Titillium Web"/>
                <a:ea typeface="Titillium Web"/>
                <a:cs typeface="Titillium Web"/>
                <a:sym typeface="Titillium Web"/>
                <a:hlinkClick r:id="rId4">
                  <a:extLst>
                    <a:ext uri="{A12FA001-AC4F-418D-AE19-62706E023703}">
                      <ahyp:hlinkClr val="tx"/>
                    </a:ext>
                  </a:extLst>
                </a:hlinkClick>
              </a:rPr>
              <a:t>Freepik</a:t>
            </a:r>
            <a:r>
              <a:rPr lang="en" sz="1100" u="sng">
                <a:solidFill>
                  <a:schemeClr val="dk1"/>
                </a:solidFill>
                <a:latin typeface="Titillium Web"/>
                <a:ea typeface="Titillium Web"/>
                <a:cs typeface="Titillium Web"/>
                <a:sym typeface="Titillium Web"/>
              </a:rPr>
              <a:t> </a:t>
            </a:r>
            <a:endParaRPr sz="1100" u="sng">
              <a:solidFill>
                <a:schemeClr val="dk1"/>
              </a:solidFill>
              <a:latin typeface="Titillium Web"/>
              <a:ea typeface="Titillium Web"/>
              <a:cs typeface="Titillium Web"/>
              <a:sym typeface="Titillium Web"/>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05" name="Shape 1305"/>
        <p:cNvGrpSpPr/>
        <p:nvPr/>
      </p:nvGrpSpPr>
      <p:grpSpPr>
        <a:xfrm>
          <a:off x="0" y="0"/>
          <a:ext cx="0" cy="0"/>
          <a:chOff x="0" y="0"/>
          <a:chExt cx="0" cy="0"/>
        </a:xfrm>
      </p:grpSpPr>
      <p:grpSp>
        <p:nvGrpSpPr>
          <p:cNvPr id="1306" name="Google Shape;1306;p26"/>
          <p:cNvGrpSpPr/>
          <p:nvPr/>
        </p:nvGrpSpPr>
        <p:grpSpPr>
          <a:xfrm flipH="1">
            <a:off x="0" y="-161849"/>
            <a:ext cx="9144000" cy="5467198"/>
            <a:chOff x="0" y="-171451"/>
            <a:chExt cx="9144000" cy="5467198"/>
          </a:xfrm>
        </p:grpSpPr>
        <p:grpSp>
          <p:nvGrpSpPr>
            <p:cNvPr id="1307" name="Google Shape;1307;p26"/>
            <p:cNvGrpSpPr/>
            <p:nvPr/>
          </p:nvGrpSpPr>
          <p:grpSpPr>
            <a:xfrm>
              <a:off x="0" y="135850"/>
              <a:ext cx="9144000" cy="4654700"/>
              <a:chOff x="12075" y="212050"/>
              <a:chExt cx="9144000" cy="4654700"/>
            </a:xfrm>
          </p:grpSpPr>
          <p:grpSp>
            <p:nvGrpSpPr>
              <p:cNvPr id="1308" name="Google Shape;1308;p26"/>
              <p:cNvGrpSpPr/>
              <p:nvPr/>
            </p:nvGrpSpPr>
            <p:grpSpPr>
              <a:xfrm>
                <a:off x="12075" y="212050"/>
                <a:ext cx="9144000" cy="1396425"/>
                <a:chOff x="12075" y="212050"/>
                <a:chExt cx="9144000" cy="1396425"/>
              </a:xfrm>
            </p:grpSpPr>
            <p:cxnSp>
              <p:nvCxnSpPr>
                <p:cNvPr id="1309" name="Google Shape;1309;p26"/>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10" name="Google Shape;1310;p26"/>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11" name="Google Shape;1311;p26"/>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12" name="Google Shape;1312;p26"/>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13" name="Google Shape;1313;p26"/>
              <p:cNvGrpSpPr/>
              <p:nvPr/>
            </p:nvGrpSpPr>
            <p:grpSpPr>
              <a:xfrm>
                <a:off x="12075" y="2073925"/>
                <a:ext cx="9144000" cy="1396425"/>
                <a:chOff x="12075" y="212050"/>
                <a:chExt cx="9144000" cy="1396425"/>
              </a:xfrm>
            </p:grpSpPr>
            <p:cxnSp>
              <p:nvCxnSpPr>
                <p:cNvPr id="1314" name="Google Shape;1314;p26"/>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15" name="Google Shape;1315;p26"/>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16" name="Google Shape;1316;p26"/>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17" name="Google Shape;1317;p26"/>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18" name="Google Shape;1318;p26"/>
              <p:cNvGrpSpPr/>
              <p:nvPr/>
            </p:nvGrpSpPr>
            <p:grpSpPr>
              <a:xfrm>
                <a:off x="12075" y="3935800"/>
                <a:ext cx="9144000" cy="930950"/>
                <a:chOff x="12075" y="212050"/>
                <a:chExt cx="9144000" cy="930950"/>
              </a:xfrm>
            </p:grpSpPr>
            <p:cxnSp>
              <p:nvCxnSpPr>
                <p:cNvPr id="1319" name="Google Shape;1319;p26"/>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20" name="Google Shape;1320;p26"/>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21" name="Google Shape;1321;p26"/>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322" name="Google Shape;1322;p26"/>
            <p:cNvGrpSpPr/>
            <p:nvPr/>
          </p:nvGrpSpPr>
          <p:grpSpPr>
            <a:xfrm>
              <a:off x="213575" y="-171451"/>
              <a:ext cx="8855100" cy="5467198"/>
              <a:chOff x="213575" y="-171451"/>
              <a:chExt cx="8855100" cy="5467198"/>
            </a:xfrm>
          </p:grpSpPr>
          <p:grpSp>
            <p:nvGrpSpPr>
              <p:cNvPr id="1323" name="Google Shape;1323;p26"/>
              <p:cNvGrpSpPr/>
              <p:nvPr/>
            </p:nvGrpSpPr>
            <p:grpSpPr>
              <a:xfrm rot="5400000">
                <a:off x="-192674" y="234798"/>
                <a:ext cx="5467198" cy="4654700"/>
                <a:chOff x="12075" y="444775"/>
                <a:chExt cx="9144000" cy="4654700"/>
              </a:xfrm>
            </p:grpSpPr>
            <p:grpSp>
              <p:nvGrpSpPr>
                <p:cNvPr id="1324" name="Google Shape;1324;p26"/>
                <p:cNvGrpSpPr/>
                <p:nvPr/>
              </p:nvGrpSpPr>
              <p:grpSpPr>
                <a:xfrm>
                  <a:off x="12075" y="444775"/>
                  <a:ext cx="9144000" cy="1396425"/>
                  <a:chOff x="12075" y="444775"/>
                  <a:chExt cx="9144000" cy="1396425"/>
                </a:xfrm>
              </p:grpSpPr>
              <p:cxnSp>
                <p:nvCxnSpPr>
                  <p:cNvPr id="1325" name="Google Shape;1325;p2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26" name="Google Shape;1326;p2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27" name="Google Shape;1327;p2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28" name="Google Shape;1328;p26"/>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29" name="Google Shape;1329;p26"/>
                <p:cNvGrpSpPr/>
                <p:nvPr/>
              </p:nvGrpSpPr>
              <p:grpSpPr>
                <a:xfrm>
                  <a:off x="12075" y="2306650"/>
                  <a:ext cx="9144000" cy="1396425"/>
                  <a:chOff x="12075" y="444775"/>
                  <a:chExt cx="9144000" cy="1396425"/>
                </a:xfrm>
              </p:grpSpPr>
              <p:cxnSp>
                <p:nvCxnSpPr>
                  <p:cNvPr id="1330" name="Google Shape;1330;p2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31" name="Google Shape;1331;p2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32" name="Google Shape;1332;p2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33" name="Google Shape;1333;p26"/>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34" name="Google Shape;1334;p26"/>
                <p:cNvGrpSpPr/>
                <p:nvPr/>
              </p:nvGrpSpPr>
              <p:grpSpPr>
                <a:xfrm>
                  <a:off x="12075" y="4168525"/>
                  <a:ext cx="9144000" cy="930950"/>
                  <a:chOff x="12075" y="444775"/>
                  <a:chExt cx="9144000" cy="930950"/>
                </a:xfrm>
              </p:grpSpPr>
              <p:cxnSp>
                <p:nvCxnSpPr>
                  <p:cNvPr id="1335" name="Google Shape;1335;p2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36" name="Google Shape;1336;p2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37" name="Google Shape;1337;p2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338" name="Google Shape;1338;p26"/>
              <p:cNvGrpSpPr/>
              <p:nvPr/>
            </p:nvGrpSpPr>
            <p:grpSpPr>
              <a:xfrm rot="5400000">
                <a:off x="4473201" y="700273"/>
                <a:ext cx="5467198" cy="3723750"/>
                <a:chOff x="12075" y="1375725"/>
                <a:chExt cx="9144000" cy="3723750"/>
              </a:xfrm>
            </p:grpSpPr>
            <p:grpSp>
              <p:nvGrpSpPr>
                <p:cNvPr id="1339" name="Google Shape;1339;p26"/>
                <p:cNvGrpSpPr/>
                <p:nvPr/>
              </p:nvGrpSpPr>
              <p:grpSpPr>
                <a:xfrm>
                  <a:off x="12075" y="1375725"/>
                  <a:ext cx="9144000" cy="465475"/>
                  <a:chOff x="12075" y="1375725"/>
                  <a:chExt cx="9144000" cy="465475"/>
                </a:xfrm>
              </p:grpSpPr>
              <p:cxnSp>
                <p:nvCxnSpPr>
                  <p:cNvPr id="1340" name="Google Shape;1340;p2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41" name="Google Shape;1341;p26"/>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42" name="Google Shape;1342;p26"/>
                <p:cNvGrpSpPr/>
                <p:nvPr/>
              </p:nvGrpSpPr>
              <p:grpSpPr>
                <a:xfrm>
                  <a:off x="12075" y="2306650"/>
                  <a:ext cx="9144000" cy="1396425"/>
                  <a:chOff x="12075" y="444775"/>
                  <a:chExt cx="9144000" cy="1396425"/>
                </a:xfrm>
              </p:grpSpPr>
              <p:cxnSp>
                <p:nvCxnSpPr>
                  <p:cNvPr id="1343" name="Google Shape;1343;p2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44" name="Google Shape;1344;p2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45" name="Google Shape;1345;p2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46" name="Google Shape;1346;p26"/>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47" name="Google Shape;1347;p26"/>
                <p:cNvGrpSpPr/>
                <p:nvPr/>
              </p:nvGrpSpPr>
              <p:grpSpPr>
                <a:xfrm>
                  <a:off x="12075" y="4168525"/>
                  <a:ext cx="9144000" cy="930950"/>
                  <a:chOff x="12075" y="444775"/>
                  <a:chExt cx="9144000" cy="930950"/>
                </a:xfrm>
              </p:grpSpPr>
              <p:cxnSp>
                <p:nvCxnSpPr>
                  <p:cNvPr id="1348" name="Google Shape;1348;p26"/>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49" name="Google Shape;1349;p26"/>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50" name="Google Shape;1350;p26"/>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51" name="Shape 1351"/>
        <p:cNvGrpSpPr/>
        <p:nvPr/>
      </p:nvGrpSpPr>
      <p:grpSpPr>
        <a:xfrm>
          <a:off x="0" y="0"/>
          <a:ext cx="0" cy="0"/>
          <a:chOff x="0" y="0"/>
          <a:chExt cx="0" cy="0"/>
        </a:xfrm>
      </p:grpSpPr>
      <p:grpSp>
        <p:nvGrpSpPr>
          <p:cNvPr id="1352" name="Google Shape;1352;p27"/>
          <p:cNvGrpSpPr/>
          <p:nvPr/>
        </p:nvGrpSpPr>
        <p:grpSpPr>
          <a:xfrm flipH="1">
            <a:off x="0" y="-161849"/>
            <a:ext cx="9144000" cy="5467198"/>
            <a:chOff x="0" y="-171451"/>
            <a:chExt cx="9144000" cy="5467198"/>
          </a:xfrm>
        </p:grpSpPr>
        <p:grpSp>
          <p:nvGrpSpPr>
            <p:cNvPr id="1353" name="Google Shape;1353;p27"/>
            <p:cNvGrpSpPr/>
            <p:nvPr/>
          </p:nvGrpSpPr>
          <p:grpSpPr>
            <a:xfrm>
              <a:off x="0" y="135850"/>
              <a:ext cx="9144000" cy="4654700"/>
              <a:chOff x="12075" y="212050"/>
              <a:chExt cx="9144000" cy="4654700"/>
            </a:xfrm>
          </p:grpSpPr>
          <p:grpSp>
            <p:nvGrpSpPr>
              <p:cNvPr id="1354" name="Google Shape;1354;p27"/>
              <p:cNvGrpSpPr/>
              <p:nvPr/>
            </p:nvGrpSpPr>
            <p:grpSpPr>
              <a:xfrm>
                <a:off x="12075" y="212050"/>
                <a:ext cx="9144000" cy="1396425"/>
                <a:chOff x="12075" y="212050"/>
                <a:chExt cx="9144000" cy="1396425"/>
              </a:xfrm>
            </p:grpSpPr>
            <p:cxnSp>
              <p:nvCxnSpPr>
                <p:cNvPr id="1355" name="Google Shape;1355;p27"/>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56" name="Google Shape;1356;p27"/>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57" name="Google Shape;1357;p27"/>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58" name="Google Shape;1358;p27"/>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59" name="Google Shape;1359;p27"/>
              <p:cNvGrpSpPr/>
              <p:nvPr/>
            </p:nvGrpSpPr>
            <p:grpSpPr>
              <a:xfrm>
                <a:off x="12075" y="2073925"/>
                <a:ext cx="9144000" cy="1396425"/>
                <a:chOff x="12075" y="212050"/>
                <a:chExt cx="9144000" cy="1396425"/>
              </a:xfrm>
            </p:grpSpPr>
            <p:cxnSp>
              <p:nvCxnSpPr>
                <p:cNvPr id="1360" name="Google Shape;1360;p27"/>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61" name="Google Shape;1361;p27"/>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62" name="Google Shape;1362;p27"/>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63" name="Google Shape;1363;p27"/>
                <p:cNvCxnSpPr/>
                <p:nvPr/>
              </p:nvCxnSpPr>
              <p:spPr>
                <a:xfrm>
                  <a:off x="12075" y="1608475"/>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64" name="Google Shape;1364;p27"/>
              <p:cNvGrpSpPr/>
              <p:nvPr/>
            </p:nvGrpSpPr>
            <p:grpSpPr>
              <a:xfrm>
                <a:off x="12075" y="3935800"/>
                <a:ext cx="9144000" cy="930950"/>
                <a:chOff x="12075" y="212050"/>
                <a:chExt cx="9144000" cy="930950"/>
              </a:xfrm>
            </p:grpSpPr>
            <p:cxnSp>
              <p:nvCxnSpPr>
                <p:cNvPr id="1365" name="Google Shape;1365;p27"/>
                <p:cNvCxnSpPr/>
                <p:nvPr/>
              </p:nvCxnSpPr>
              <p:spPr>
                <a:xfrm>
                  <a:off x="12075" y="2120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66" name="Google Shape;1366;p27"/>
                <p:cNvCxnSpPr/>
                <p:nvPr/>
              </p:nvCxnSpPr>
              <p:spPr>
                <a:xfrm>
                  <a:off x="12075" y="6775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67" name="Google Shape;1367;p27"/>
                <p:cNvCxnSpPr/>
                <p:nvPr/>
              </p:nvCxnSpPr>
              <p:spPr>
                <a:xfrm>
                  <a:off x="12075" y="1143000"/>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368" name="Google Shape;1368;p27"/>
            <p:cNvGrpSpPr/>
            <p:nvPr/>
          </p:nvGrpSpPr>
          <p:grpSpPr>
            <a:xfrm>
              <a:off x="213575" y="-171451"/>
              <a:ext cx="8855100" cy="5467198"/>
              <a:chOff x="213575" y="-171451"/>
              <a:chExt cx="8855100" cy="5467198"/>
            </a:xfrm>
          </p:grpSpPr>
          <p:grpSp>
            <p:nvGrpSpPr>
              <p:cNvPr id="1369" name="Google Shape;1369;p27"/>
              <p:cNvGrpSpPr/>
              <p:nvPr/>
            </p:nvGrpSpPr>
            <p:grpSpPr>
              <a:xfrm rot="5400000">
                <a:off x="-192674" y="234798"/>
                <a:ext cx="5467198" cy="4654700"/>
                <a:chOff x="12075" y="444775"/>
                <a:chExt cx="9144000" cy="4654700"/>
              </a:xfrm>
            </p:grpSpPr>
            <p:grpSp>
              <p:nvGrpSpPr>
                <p:cNvPr id="1370" name="Google Shape;1370;p27"/>
                <p:cNvGrpSpPr/>
                <p:nvPr/>
              </p:nvGrpSpPr>
              <p:grpSpPr>
                <a:xfrm>
                  <a:off x="12075" y="444775"/>
                  <a:ext cx="9144000" cy="1396425"/>
                  <a:chOff x="12075" y="444775"/>
                  <a:chExt cx="9144000" cy="1396425"/>
                </a:xfrm>
              </p:grpSpPr>
              <p:cxnSp>
                <p:nvCxnSpPr>
                  <p:cNvPr id="1371" name="Google Shape;1371;p2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72" name="Google Shape;1372;p2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73" name="Google Shape;1373;p2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74" name="Google Shape;1374;p27"/>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75" name="Google Shape;1375;p27"/>
                <p:cNvGrpSpPr/>
                <p:nvPr/>
              </p:nvGrpSpPr>
              <p:grpSpPr>
                <a:xfrm>
                  <a:off x="12075" y="2306650"/>
                  <a:ext cx="9144000" cy="1396425"/>
                  <a:chOff x="12075" y="444775"/>
                  <a:chExt cx="9144000" cy="1396425"/>
                </a:xfrm>
              </p:grpSpPr>
              <p:cxnSp>
                <p:nvCxnSpPr>
                  <p:cNvPr id="1376" name="Google Shape;1376;p2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77" name="Google Shape;1377;p2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78" name="Google Shape;1378;p2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79" name="Google Shape;1379;p27"/>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80" name="Google Shape;1380;p27"/>
                <p:cNvGrpSpPr/>
                <p:nvPr/>
              </p:nvGrpSpPr>
              <p:grpSpPr>
                <a:xfrm>
                  <a:off x="12075" y="4168525"/>
                  <a:ext cx="9144000" cy="930950"/>
                  <a:chOff x="12075" y="444775"/>
                  <a:chExt cx="9144000" cy="930950"/>
                </a:xfrm>
              </p:grpSpPr>
              <p:cxnSp>
                <p:nvCxnSpPr>
                  <p:cNvPr id="1381" name="Google Shape;1381;p2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82" name="Google Shape;1382;p2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83" name="Google Shape;1383;p2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nvGrpSpPr>
              <p:cNvPr id="1384" name="Google Shape;1384;p27"/>
              <p:cNvGrpSpPr/>
              <p:nvPr/>
            </p:nvGrpSpPr>
            <p:grpSpPr>
              <a:xfrm rot="5400000">
                <a:off x="4473201" y="700273"/>
                <a:ext cx="5467198" cy="3723750"/>
                <a:chOff x="12075" y="1375725"/>
                <a:chExt cx="9144000" cy="3723750"/>
              </a:xfrm>
            </p:grpSpPr>
            <p:grpSp>
              <p:nvGrpSpPr>
                <p:cNvPr id="1385" name="Google Shape;1385;p27"/>
                <p:cNvGrpSpPr/>
                <p:nvPr/>
              </p:nvGrpSpPr>
              <p:grpSpPr>
                <a:xfrm>
                  <a:off x="12075" y="1375725"/>
                  <a:ext cx="9144000" cy="465475"/>
                  <a:chOff x="12075" y="1375725"/>
                  <a:chExt cx="9144000" cy="465475"/>
                </a:xfrm>
              </p:grpSpPr>
              <p:cxnSp>
                <p:nvCxnSpPr>
                  <p:cNvPr id="1386" name="Google Shape;1386;p2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87" name="Google Shape;1387;p27"/>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88" name="Google Shape;1388;p27"/>
                <p:cNvGrpSpPr/>
                <p:nvPr/>
              </p:nvGrpSpPr>
              <p:grpSpPr>
                <a:xfrm>
                  <a:off x="12075" y="2306650"/>
                  <a:ext cx="9144000" cy="1396425"/>
                  <a:chOff x="12075" y="444775"/>
                  <a:chExt cx="9144000" cy="1396425"/>
                </a:xfrm>
              </p:grpSpPr>
              <p:cxnSp>
                <p:nvCxnSpPr>
                  <p:cNvPr id="1389" name="Google Shape;1389;p2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90" name="Google Shape;1390;p2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91" name="Google Shape;1391;p2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92" name="Google Shape;1392;p27"/>
                  <p:cNvCxnSpPr/>
                  <p:nvPr/>
                </p:nvCxnSpPr>
                <p:spPr>
                  <a:xfrm>
                    <a:off x="12075" y="1841200"/>
                    <a:ext cx="9144000" cy="0"/>
                  </a:xfrm>
                  <a:prstGeom prst="straightConnector1">
                    <a:avLst/>
                  </a:prstGeom>
                  <a:noFill/>
                  <a:ln cap="flat" cmpd="sng" w="9525">
                    <a:solidFill>
                      <a:schemeClr val="accent4"/>
                    </a:solidFill>
                    <a:prstDash val="solid"/>
                    <a:round/>
                    <a:headEnd len="med" w="med" type="none"/>
                    <a:tailEnd len="med" w="med" type="none"/>
                  </a:ln>
                </p:spPr>
              </p:cxnSp>
            </p:grpSp>
            <p:grpSp>
              <p:nvGrpSpPr>
                <p:cNvPr id="1393" name="Google Shape;1393;p27"/>
                <p:cNvGrpSpPr/>
                <p:nvPr/>
              </p:nvGrpSpPr>
              <p:grpSpPr>
                <a:xfrm>
                  <a:off x="12075" y="4168525"/>
                  <a:ext cx="9144000" cy="930950"/>
                  <a:chOff x="12075" y="444775"/>
                  <a:chExt cx="9144000" cy="930950"/>
                </a:xfrm>
              </p:grpSpPr>
              <p:cxnSp>
                <p:nvCxnSpPr>
                  <p:cNvPr id="1394" name="Google Shape;1394;p27"/>
                  <p:cNvCxnSpPr/>
                  <p:nvPr/>
                </p:nvCxnSpPr>
                <p:spPr>
                  <a:xfrm>
                    <a:off x="12075" y="444775"/>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95" name="Google Shape;1395;p27"/>
                  <p:cNvCxnSpPr/>
                  <p:nvPr/>
                </p:nvCxnSpPr>
                <p:spPr>
                  <a:xfrm>
                    <a:off x="12075" y="910250"/>
                    <a:ext cx="9144000" cy="0"/>
                  </a:xfrm>
                  <a:prstGeom prst="straightConnector1">
                    <a:avLst/>
                  </a:prstGeom>
                  <a:noFill/>
                  <a:ln cap="flat" cmpd="sng" w="9525">
                    <a:solidFill>
                      <a:schemeClr val="accent4"/>
                    </a:solidFill>
                    <a:prstDash val="solid"/>
                    <a:round/>
                    <a:headEnd len="med" w="med" type="none"/>
                    <a:tailEnd len="med" w="med" type="none"/>
                  </a:ln>
                </p:spPr>
              </p:cxnSp>
              <p:cxnSp>
                <p:nvCxnSpPr>
                  <p:cNvPr id="1396" name="Google Shape;1396;p27"/>
                  <p:cNvCxnSpPr/>
                  <p:nvPr/>
                </p:nvCxnSpPr>
                <p:spPr>
                  <a:xfrm>
                    <a:off x="12075" y="1375725"/>
                    <a:ext cx="9144000" cy="0"/>
                  </a:xfrm>
                  <a:prstGeom prst="straightConnector1">
                    <a:avLst/>
                  </a:prstGeom>
                  <a:noFill/>
                  <a:ln cap="flat" cmpd="sng" w="9525">
                    <a:solidFill>
                      <a:schemeClr val="accent4"/>
                    </a:solidFill>
                    <a:prstDash val="solid"/>
                    <a:round/>
                    <a:headEnd len="med" w="med" type="none"/>
                    <a:tailEnd len="med" w="med" type="none"/>
                  </a:ln>
                </p:spPr>
              </p:cxnSp>
            </p:grpSp>
          </p:grpSp>
        </p:grpSp>
      </p:grpSp>
      <p:grpSp>
        <p:nvGrpSpPr>
          <p:cNvPr id="1397" name="Google Shape;1397;p27"/>
          <p:cNvGrpSpPr/>
          <p:nvPr/>
        </p:nvGrpSpPr>
        <p:grpSpPr>
          <a:xfrm flipH="1">
            <a:off x="191418" y="167200"/>
            <a:ext cx="8952587" cy="4867172"/>
            <a:chOff x="-7" y="167200"/>
            <a:chExt cx="8952587" cy="4867172"/>
          </a:xfrm>
        </p:grpSpPr>
        <p:grpSp>
          <p:nvGrpSpPr>
            <p:cNvPr id="1398" name="Google Shape;1398;p27"/>
            <p:cNvGrpSpPr/>
            <p:nvPr/>
          </p:nvGrpSpPr>
          <p:grpSpPr>
            <a:xfrm>
              <a:off x="7519182" y="4467918"/>
              <a:ext cx="1433398" cy="566454"/>
              <a:chOff x="7519182" y="4467918"/>
              <a:chExt cx="1433398" cy="566454"/>
            </a:xfrm>
          </p:grpSpPr>
          <p:sp>
            <p:nvSpPr>
              <p:cNvPr id="1399" name="Google Shape;1399;p27"/>
              <p:cNvSpPr/>
              <p:nvPr/>
            </p:nvSpPr>
            <p:spPr>
              <a:xfrm>
                <a:off x="8561631" y="4643609"/>
                <a:ext cx="390949" cy="390763"/>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7"/>
              <p:cNvSpPr/>
              <p:nvPr/>
            </p:nvSpPr>
            <p:spPr>
              <a:xfrm>
                <a:off x="7519182" y="4467918"/>
                <a:ext cx="1074296" cy="175676"/>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1" name="Google Shape;1401;p27"/>
            <p:cNvGrpSpPr/>
            <p:nvPr/>
          </p:nvGrpSpPr>
          <p:grpSpPr>
            <a:xfrm>
              <a:off x="-7" y="167200"/>
              <a:ext cx="1266969" cy="226225"/>
              <a:chOff x="-7" y="167200"/>
              <a:chExt cx="1266969" cy="226225"/>
            </a:xfrm>
          </p:grpSpPr>
          <p:sp>
            <p:nvSpPr>
              <p:cNvPr id="1402" name="Google Shape;1402;p27"/>
              <p:cNvSpPr/>
              <p:nvPr/>
            </p:nvSpPr>
            <p:spPr>
              <a:xfrm>
                <a:off x="-7" y="167200"/>
                <a:ext cx="1266969" cy="50339"/>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7"/>
              <p:cNvSpPr/>
              <p:nvPr/>
            </p:nvSpPr>
            <p:spPr>
              <a:xfrm>
                <a:off x="0" y="338072"/>
                <a:ext cx="698969" cy="55352"/>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04" name="Google Shape;1404;p27"/>
          <p:cNvSpPr/>
          <p:nvPr/>
        </p:nvSpPr>
        <p:spPr>
          <a:xfrm>
            <a:off x="8636475" y="4719725"/>
            <a:ext cx="377400" cy="377400"/>
          </a:xfrm>
          <a:prstGeom prst="mathMultiply">
            <a:avLst>
              <a:gd fmla="val 16276" name="adj1"/>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tillium Web"/>
              <a:ea typeface="Titillium Web"/>
              <a:cs typeface="Titillium Web"/>
              <a:sym typeface="Titillium Web"/>
            </a:endParaRPr>
          </a:p>
        </p:txBody>
      </p:sp>
      <p:sp>
        <p:nvSpPr>
          <p:cNvPr id="1405" name="Google Shape;1405;p27"/>
          <p:cNvSpPr/>
          <p:nvPr/>
        </p:nvSpPr>
        <p:spPr>
          <a:xfrm>
            <a:off x="141850" y="450475"/>
            <a:ext cx="377400" cy="377400"/>
          </a:xfrm>
          <a:prstGeom prst="mathMultiply">
            <a:avLst>
              <a:gd fmla="val 16276" name="adj1"/>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tillium Web"/>
              <a:ea typeface="Titillium Web"/>
              <a:cs typeface="Titillium Web"/>
              <a:sym typeface="Titillium Web"/>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7"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500"/>
              <a:buFont typeface="Barlow Semi Condensed"/>
              <a:buNone/>
              <a:defRPr b="1" sz="3500">
                <a:solidFill>
                  <a:schemeClr val="dk1"/>
                </a:solidFill>
                <a:latin typeface="Barlow Semi Condensed"/>
                <a:ea typeface="Barlow Semi Condensed"/>
                <a:cs typeface="Barlow Semi Condensed"/>
                <a:sym typeface="Barlow Semi Condensed"/>
              </a:defRPr>
            </a:lvl1pPr>
            <a:lvl2pPr lvl="1" rtl="0" algn="ctr">
              <a:spcBef>
                <a:spcPts val="0"/>
              </a:spcBef>
              <a:spcAft>
                <a:spcPts val="0"/>
              </a:spcAft>
              <a:buClr>
                <a:schemeClr val="dk1"/>
              </a:buClr>
              <a:buSzPts val="3500"/>
              <a:buFont typeface="Barlow Semi Condensed"/>
              <a:buNone/>
              <a:defRPr b="1" sz="3500">
                <a:solidFill>
                  <a:schemeClr val="dk1"/>
                </a:solidFill>
                <a:latin typeface="Barlow Semi Condensed"/>
                <a:ea typeface="Barlow Semi Condensed"/>
                <a:cs typeface="Barlow Semi Condensed"/>
                <a:sym typeface="Barlow Semi Condensed"/>
              </a:defRPr>
            </a:lvl2pPr>
            <a:lvl3pPr lvl="2" rtl="0" algn="ctr">
              <a:spcBef>
                <a:spcPts val="0"/>
              </a:spcBef>
              <a:spcAft>
                <a:spcPts val="0"/>
              </a:spcAft>
              <a:buClr>
                <a:schemeClr val="dk1"/>
              </a:buClr>
              <a:buSzPts val="3500"/>
              <a:buFont typeface="Barlow Semi Condensed"/>
              <a:buNone/>
              <a:defRPr b="1" sz="3500">
                <a:solidFill>
                  <a:schemeClr val="dk1"/>
                </a:solidFill>
                <a:latin typeface="Barlow Semi Condensed"/>
                <a:ea typeface="Barlow Semi Condensed"/>
                <a:cs typeface="Barlow Semi Condensed"/>
                <a:sym typeface="Barlow Semi Condensed"/>
              </a:defRPr>
            </a:lvl3pPr>
            <a:lvl4pPr lvl="3" rtl="0" algn="ctr">
              <a:spcBef>
                <a:spcPts val="0"/>
              </a:spcBef>
              <a:spcAft>
                <a:spcPts val="0"/>
              </a:spcAft>
              <a:buClr>
                <a:schemeClr val="dk1"/>
              </a:buClr>
              <a:buSzPts val="3500"/>
              <a:buFont typeface="Barlow Semi Condensed"/>
              <a:buNone/>
              <a:defRPr b="1" sz="3500">
                <a:solidFill>
                  <a:schemeClr val="dk1"/>
                </a:solidFill>
                <a:latin typeface="Barlow Semi Condensed"/>
                <a:ea typeface="Barlow Semi Condensed"/>
                <a:cs typeface="Barlow Semi Condensed"/>
                <a:sym typeface="Barlow Semi Condensed"/>
              </a:defRPr>
            </a:lvl4pPr>
            <a:lvl5pPr lvl="4" rtl="0" algn="ctr">
              <a:spcBef>
                <a:spcPts val="0"/>
              </a:spcBef>
              <a:spcAft>
                <a:spcPts val="0"/>
              </a:spcAft>
              <a:buClr>
                <a:schemeClr val="dk1"/>
              </a:buClr>
              <a:buSzPts val="3500"/>
              <a:buFont typeface="Barlow Semi Condensed"/>
              <a:buNone/>
              <a:defRPr b="1" sz="3500">
                <a:solidFill>
                  <a:schemeClr val="dk1"/>
                </a:solidFill>
                <a:latin typeface="Barlow Semi Condensed"/>
                <a:ea typeface="Barlow Semi Condensed"/>
                <a:cs typeface="Barlow Semi Condensed"/>
                <a:sym typeface="Barlow Semi Condensed"/>
              </a:defRPr>
            </a:lvl5pPr>
            <a:lvl6pPr lvl="5" rtl="0" algn="ctr">
              <a:spcBef>
                <a:spcPts val="0"/>
              </a:spcBef>
              <a:spcAft>
                <a:spcPts val="0"/>
              </a:spcAft>
              <a:buClr>
                <a:schemeClr val="dk1"/>
              </a:buClr>
              <a:buSzPts val="3500"/>
              <a:buFont typeface="Barlow Semi Condensed"/>
              <a:buNone/>
              <a:defRPr b="1" sz="3500">
                <a:solidFill>
                  <a:schemeClr val="dk1"/>
                </a:solidFill>
                <a:latin typeface="Barlow Semi Condensed"/>
                <a:ea typeface="Barlow Semi Condensed"/>
                <a:cs typeface="Barlow Semi Condensed"/>
                <a:sym typeface="Barlow Semi Condensed"/>
              </a:defRPr>
            </a:lvl6pPr>
            <a:lvl7pPr lvl="6" rtl="0" algn="ctr">
              <a:spcBef>
                <a:spcPts val="0"/>
              </a:spcBef>
              <a:spcAft>
                <a:spcPts val="0"/>
              </a:spcAft>
              <a:buClr>
                <a:schemeClr val="dk1"/>
              </a:buClr>
              <a:buSzPts val="3500"/>
              <a:buFont typeface="Barlow Semi Condensed"/>
              <a:buNone/>
              <a:defRPr b="1" sz="3500">
                <a:solidFill>
                  <a:schemeClr val="dk1"/>
                </a:solidFill>
                <a:latin typeface="Barlow Semi Condensed"/>
                <a:ea typeface="Barlow Semi Condensed"/>
                <a:cs typeface="Barlow Semi Condensed"/>
                <a:sym typeface="Barlow Semi Condensed"/>
              </a:defRPr>
            </a:lvl7pPr>
            <a:lvl8pPr lvl="7" rtl="0" algn="ctr">
              <a:spcBef>
                <a:spcPts val="0"/>
              </a:spcBef>
              <a:spcAft>
                <a:spcPts val="0"/>
              </a:spcAft>
              <a:buClr>
                <a:schemeClr val="dk1"/>
              </a:buClr>
              <a:buSzPts val="3500"/>
              <a:buFont typeface="Barlow Semi Condensed"/>
              <a:buNone/>
              <a:defRPr b="1" sz="3500">
                <a:solidFill>
                  <a:schemeClr val="dk1"/>
                </a:solidFill>
                <a:latin typeface="Barlow Semi Condensed"/>
                <a:ea typeface="Barlow Semi Condensed"/>
                <a:cs typeface="Barlow Semi Condensed"/>
                <a:sym typeface="Barlow Semi Condensed"/>
              </a:defRPr>
            </a:lvl8pPr>
            <a:lvl9pPr lvl="8" rtl="0" algn="ctr">
              <a:spcBef>
                <a:spcPts val="0"/>
              </a:spcBef>
              <a:spcAft>
                <a:spcPts val="0"/>
              </a:spcAft>
              <a:buClr>
                <a:schemeClr val="dk1"/>
              </a:buClr>
              <a:buSzPts val="3500"/>
              <a:buFont typeface="Barlow Semi Condensed"/>
              <a:buNone/>
              <a:defRPr b="1" sz="3500">
                <a:solidFill>
                  <a:schemeClr val="dk1"/>
                </a:solidFill>
                <a:latin typeface="Barlow Semi Condensed"/>
                <a:ea typeface="Barlow Semi Condensed"/>
                <a:cs typeface="Barlow Semi Condensed"/>
                <a:sym typeface="Barlow Semi Condense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1pPr>
            <a:lvl2pPr indent="-317500" lvl="1" marL="9144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2pPr>
            <a:lvl3pPr indent="-317500" lvl="2" marL="13716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3pPr>
            <a:lvl4pPr indent="-317500" lvl="3" marL="18288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4pPr>
            <a:lvl5pPr indent="-317500" lvl="4" marL="22860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5pPr>
            <a:lvl6pPr indent="-317500" lvl="5" marL="27432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6pPr>
            <a:lvl7pPr indent="-317500" lvl="6" marL="32004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7pPr>
            <a:lvl8pPr indent="-317500" lvl="7" marL="36576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8pPr>
            <a:lvl9pPr indent="-317500" lvl="8" marL="4114800">
              <a:lnSpc>
                <a:spcPct val="115000"/>
              </a:lnSpc>
              <a:spcBef>
                <a:spcPts val="0"/>
              </a:spcBef>
              <a:spcAft>
                <a:spcPts val="0"/>
              </a:spcAft>
              <a:buClr>
                <a:schemeClr val="dk1"/>
              </a:buClr>
              <a:buSzPts val="1400"/>
              <a:buFont typeface="Titillium Web"/>
              <a:buChar char="■"/>
              <a:defRPr>
                <a:solidFill>
                  <a:schemeClr val="dk1"/>
                </a:solidFill>
                <a:latin typeface="Titillium Web"/>
                <a:ea typeface="Titillium Web"/>
                <a:cs typeface="Titillium Web"/>
                <a:sym typeface="Titillium Web"/>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sp>
        <p:nvSpPr>
          <p:cNvPr id="1410" name="Google Shape;1410;p28"/>
          <p:cNvSpPr txBox="1"/>
          <p:nvPr>
            <p:ph type="ctrTitle"/>
          </p:nvPr>
        </p:nvSpPr>
        <p:spPr>
          <a:xfrm>
            <a:off x="713225" y="820500"/>
            <a:ext cx="4365900" cy="274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000"/>
              <a:t>Fine-Tuning LLM for Medical Diagnosis</a:t>
            </a:r>
            <a:endParaRPr sz="3500"/>
          </a:p>
        </p:txBody>
      </p:sp>
      <p:sp>
        <p:nvSpPr>
          <p:cNvPr id="1411" name="Google Shape;1411;p28"/>
          <p:cNvSpPr txBox="1"/>
          <p:nvPr>
            <p:ph idx="1" type="subTitle"/>
          </p:nvPr>
        </p:nvSpPr>
        <p:spPr>
          <a:xfrm>
            <a:off x="713225" y="3808525"/>
            <a:ext cx="3567000" cy="3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Group 3: Yuting Bu, Jing Cao, Shih-Ju Fu</a:t>
            </a:r>
            <a:endParaRPr/>
          </a:p>
        </p:txBody>
      </p:sp>
      <p:grpSp>
        <p:nvGrpSpPr>
          <p:cNvPr id="1412" name="Google Shape;1412;p28"/>
          <p:cNvGrpSpPr/>
          <p:nvPr/>
        </p:nvGrpSpPr>
        <p:grpSpPr>
          <a:xfrm>
            <a:off x="5235950" y="1048200"/>
            <a:ext cx="3285066" cy="3286950"/>
            <a:chOff x="5235950" y="859675"/>
            <a:chExt cx="3285066" cy="3286950"/>
          </a:xfrm>
        </p:grpSpPr>
        <p:sp>
          <p:nvSpPr>
            <p:cNvPr id="1413" name="Google Shape;1413;p28"/>
            <p:cNvSpPr/>
            <p:nvPr/>
          </p:nvSpPr>
          <p:spPr>
            <a:xfrm>
              <a:off x="5478353" y="2905396"/>
              <a:ext cx="2070476" cy="1119822"/>
            </a:xfrm>
            <a:custGeom>
              <a:rect b="b" l="l" r="r" t="t"/>
              <a:pathLst>
                <a:path extrusionOk="0" h="11346" w="20978">
                  <a:moveTo>
                    <a:pt x="3108" y="1"/>
                  </a:moveTo>
                  <a:lnTo>
                    <a:pt x="0" y="903"/>
                  </a:lnTo>
                  <a:cubicBezTo>
                    <a:pt x="1821" y="7235"/>
                    <a:pt x="7589" y="11346"/>
                    <a:pt x="13861" y="11346"/>
                  </a:cubicBezTo>
                  <a:cubicBezTo>
                    <a:pt x="15185" y="11346"/>
                    <a:pt x="16533" y="11162"/>
                    <a:pt x="17870" y="10778"/>
                  </a:cubicBezTo>
                  <a:cubicBezTo>
                    <a:pt x="18973" y="10477"/>
                    <a:pt x="20026" y="10026"/>
                    <a:pt x="20978" y="9474"/>
                  </a:cubicBezTo>
                  <a:lnTo>
                    <a:pt x="19399" y="6667"/>
                  </a:lnTo>
                  <a:cubicBezTo>
                    <a:pt x="18647" y="7093"/>
                    <a:pt x="17845" y="7419"/>
                    <a:pt x="16968" y="7670"/>
                  </a:cubicBezTo>
                  <a:cubicBezTo>
                    <a:pt x="15927" y="7973"/>
                    <a:pt x="14877" y="8117"/>
                    <a:pt x="13844" y="8117"/>
                  </a:cubicBezTo>
                  <a:cubicBezTo>
                    <a:pt x="8987" y="8117"/>
                    <a:pt x="4514" y="4920"/>
                    <a:pt x="31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a:off x="5686114" y="1163962"/>
              <a:ext cx="1100872" cy="1100872"/>
            </a:xfrm>
            <a:custGeom>
              <a:rect b="b" l="l" r="r" t="t"/>
              <a:pathLst>
                <a:path extrusionOk="0" h="11154" w="11154">
                  <a:moveTo>
                    <a:pt x="11154" y="0"/>
                  </a:moveTo>
                  <a:cubicBezTo>
                    <a:pt x="4988" y="0"/>
                    <a:pt x="1" y="4988"/>
                    <a:pt x="1" y="11153"/>
                  </a:cubicBezTo>
                  <a:lnTo>
                    <a:pt x="11154" y="11153"/>
                  </a:lnTo>
                  <a:lnTo>
                    <a:pt x="1115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a:off x="5767738" y="1260390"/>
              <a:ext cx="2308041" cy="2310508"/>
            </a:xfrm>
            <a:custGeom>
              <a:rect b="b" l="l" r="r" t="t"/>
              <a:pathLst>
                <a:path extrusionOk="0" h="23410" w="23385">
                  <a:moveTo>
                    <a:pt x="11680" y="1"/>
                  </a:moveTo>
                  <a:lnTo>
                    <a:pt x="11680" y="11705"/>
                  </a:lnTo>
                  <a:lnTo>
                    <a:pt x="1" y="11705"/>
                  </a:lnTo>
                  <a:cubicBezTo>
                    <a:pt x="1" y="18171"/>
                    <a:pt x="5239" y="23409"/>
                    <a:pt x="11680" y="23409"/>
                  </a:cubicBezTo>
                  <a:cubicBezTo>
                    <a:pt x="18146" y="23409"/>
                    <a:pt x="23384" y="18171"/>
                    <a:pt x="23384" y="11705"/>
                  </a:cubicBezTo>
                  <a:cubicBezTo>
                    <a:pt x="23384" y="5239"/>
                    <a:pt x="18146" y="1"/>
                    <a:pt x="116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a:off x="6895764" y="2413187"/>
              <a:ext cx="1625252" cy="1115677"/>
            </a:xfrm>
            <a:custGeom>
              <a:rect b="b" l="l" r="r" t="t"/>
              <a:pathLst>
                <a:path extrusionOk="0" h="11304" w="16467">
                  <a:moveTo>
                    <a:pt x="1529" y="827"/>
                  </a:moveTo>
                  <a:lnTo>
                    <a:pt x="15965" y="4612"/>
                  </a:lnTo>
                  <a:cubicBezTo>
                    <a:pt x="15339" y="6742"/>
                    <a:pt x="14286" y="8672"/>
                    <a:pt x="12883" y="10401"/>
                  </a:cubicBezTo>
                  <a:cubicBezTo>
                    <a:pt x="12782" y="10526"/>
                    <a:pt x="12682" y="10627"/>
                    <a:pt x="12582" y="10727"/>
                  </a:cubicBezTo>
                  <a:lnTo>
                    <a:pt x="1529" y="827"/>
                  </a:lnTo>
                  <a:close/>
                  <a:moveTo>
                    <a:pt x="0" y="0"/>
                  </a:moveTo>
                  <a:lnTo>
                    <a:pt x="12632" y="11303"/>
                  </a:lnTo>
                  <a:lnTo>
                    <a:pt x="12757" y="11153"/>
                  </a:lnTo>
                  <a:cubicBezTo>
                    <a:pt x="12908" y="11003"/>
                    <a:pt x="13058" y="10827"/>
                    <a:pt x="13183" y="10677"/>
                  </a:cubicBezTo>
                  <a:cubicBezTo>
                    <a:pt x="14687" y="8847"/>
                    <a:pt x="15790" y="6767"/>
                    <a:pt x="16417" y="4511"/>
                  </a:cubicBezTo>
                  <a:lnTo>
                    <a:pt x="16467" y="4311"/>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a:off x="5498093" y="2415654"/>
              <a:ext cx="1422527" cy="1241812"/>
            </a:xfrm>
            <a:custGeom>
              <a:rect b="b" l="l" r="r" t="t"/>
              <a:pathLst>
                <a:path extrusionOk="0" h="12582" w="14413">
                  <a:moveTo>
                    <a:pt x="14412" y="0"/>
                  </a:moveTo>
                  <a:lnTo>
                    <a:pt x="1" y="2381"/>
                  </a:lnTo>
                  <a:cubicBezTo>
                    <a:pt x="703" y="6717"/>
                    <a:pt x="3334" y="10401"/>
                    <a:pt x="6968" y="12582"/>
                  </a:cubicBezTo>
                  <a:lnTo>
                    <a:pt x="1441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8"/>
            <p:cNvSpPr/>
            <p:nvPr/>
          </p:nvSpPr>
          <p:spPr>
            <a:xfrm>
              <a:off x="7232129" y="1549873"/>
              <a:ext cx="178248" cy="175682"/>
            </a:xfrm>
            <a:custGeom>
              <a:rect b="b" l="l" r="r" t="t"/>
              <a:pathLst>
                <a:path extrusionOk="0" h="1780" w="1806">
                  <a:moveTo>
                    <a:pt x="277" y="0"/>
                  </a:moveTo>
                  <a:lnTo>
                    <a:pt x="1" y="276"/>
                  </a:lnTo>
                  <a:lnTo>
                    <a:pt x="1505" y="1780"/>
                  </a:lnTo>
                  <a:lnTo>
                    <a:pt x="1805" y="1504"/>
                  </a:lnTo>
                  <a:lnTo>
                    <a:pt x="27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8"/>
            <p:cNvSpPr/>
            <p:nvPr/>
          </p:nvSpPr>
          <p:spPr>
            <a:xfrm>
              <a:off x="7232129" y="1549873"/>
              <a:ext cx="175780" cy="175682"/>
            </a:xfrm>
            <a:custGeom>
              <a:rect b="b" l="l" r="r" t="t"/>
              <a:pathLst>
                <a:path extrusionOk="0" h="1780" w="1781">
                  <a:moveTo>
                    <a:pt x="1505" y="0"/>
                  </a:moveTo>
                  <a:lnTo>
                    <a:pt x="1" y="1504"/>
                  </a:lnTo>
                  <a:lnTo>
                    <a:pt x="302" y="1780"/>
                  </a:lnTo>
                  <a:lnTo>
                    <a:pt x="1780" y="276"/>
                  </a:lnTo>
                  <a:lnTo>
                    <a:pt x="150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8"/>
            <p:cNvSpPr/>
            <p:nvPr/>
          </p:nvSpPr>
          <p:spPr>
            <a:xfrm>
              <a:off x="5456048" y="1794743"/>
              <a:ext cx="178248" cy="175682"/>
            </a:xfrm>
            <a:custGeom>
              <a:rect b="b" l="l" r="r" t="t"/>
              <a:pathLst>
                <a:path extrusionOk="0" h="1780" w="1806">
                  <a:moveTo>
                    <a:pt x="277" y="0"/>
                  </a:moveTo>
                  <a:lnTo>
                    <a:pt x="1" y="276"/>
                  </a:lnTo>
                  <a:lnTo>
                    <a:pt x="1530" y="1780"/>
                  </a:lnTo>
                  <a:lnTo>
                    <a:pt x="1805" y="1504"/>
                  </a:lnTo>
                  <a:lnTo>
                    <a:pt x="27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8"/>
            <p:cNvSpPr/>
            <p:nvPr/>
          </p:nvSpPr>
          <p:spPr>
            <a:xfrm>
              <a:off x="5456048" y="1794743"/>
              <a:ext cx="178248" cy="175682"/>
            </a:xfrm>
            <a:custGeom>
              <a:rect b="b" l="l" r="r" t="t"/>
              <a:pathLst>
                <a:path extrusionOk="0" h="1780" w="1806">
                  <a:moveTo>
                    <a:pt x="1505" y="0"/>
                  </a:moveTo>
                  <a:lnTo>
                    <a:pt x="1" y="1504"/>
                  </a:lnTo>
                  <a:lnTo>
                    <a:pt x="302" y="1780"/>
                  </a:lnTo>
                  <a:lnTo>
                    <a:pt x="1805" y="276"/>
                  </a:lnTo>
                  <a:lnTo>
                    <a:pt x="150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8"/>
            <p:cNvSpPr/>
            <p:nvPr/>
          </p:nvSpPr>
          <p:spPr>
            <a:xfrm>
              <a:off x="6084363" y="998248"/>
              <a:ext cx="207956" cy="207857"/>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rgbClr val="6186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8"/>
            <p:cNvSpPr/>
            <p:nvPr/>
          </p:nvSpPr>
          <p:spPr>
            <a:xfrm>
              <a:off x="6084363" y="998248"/>
              <a:ext cx="207956" cy="207857"/>
            </a:xfrm>
            <a:custGeom>
              <a:rect b="b" l="l" r="r" t="t"/>
              <a:pathLst>
                <a:path extrusionOk="0" h="2106" w="2107">
                  <a:moveTo>
                    <a:pt x="1053" y="426"/>
                  </a:moveTo>
                  <a:cubicBezTo>
                    <a:pt x="1404" y="426"/>
                    <a:pt x="1680" y="702"/>
                    <a:pt x="1680" y="1053"/>
                  </a:cubicBezTo>
                  <a:cubicBezTo>
                    <a:pt x="1680" y="1404"/>
                    <a:pt x="1404" y="1704"/>
                    <a:pt x="1053" y="1704"/>
                  </a:cubicBezTo>
                  <a:cubicBezTo>
                    <a:pt x="703" y="1704"/>
                    <a:pt x="427" y="1404"/>
                    <a:pt x="427" y="1053"/>
                  </a:cubicBezTo>
                  <a:cubicBezTo>
                    <a:pt x="427" y="702"/>
                    <a:pt x="703" y="426"/>
                    <a:pt x="1053" y="426"/>
                  </a:cubicBezTo>
                  <a:close/>
                  <a:moveTo>
                    <a:pt x="1053" y="0"/>
                  </a:moveTo>
                  <a:cubicBezTo>
                    <a:pt x="477" y="0"/>
                    <a:pt x="1" y="476"/>
                    <a:pt x="1" y="1053"/>
                  </a:cubicBezTo>
                  <a:cubicBezTo>
                    <a:pt x="1" y="1629"/>
                    <a:pt x="477" y="2105"/>
                    <a:pt x="1053" y="2105"/>
                  </a:cubicBezTo>
                  <a:cubicBezTo>
                    <a:pt x="1630" y="2105"/>
                    <a:pt x="2106" y="1629"/>
                    <a:pt x="2106" y="1053"/>
                  </a:cubicBezTo>
                  <a:cubicBezTo>
                    <a:pt x="2106" y="476"/>
                    <a:pt x="1630" y="0"/>
                    <a:pt x="1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8"/>
            <p:cNvSpPr/>
            <p:nvPr/>
          </p:nvSpPr>
          <p:spPr>
            <a:xfrm>
              <a:off x="8211712" y="2037146"/>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8"/>
            <p:cNvSpPr/>
            <p:nvPr/>
          </p:nvSpPr>
          <p:spPr>
            <a:xfrm>
              <a:off x="8211712" y="2116302"/>
              <a:ext cx="34742" cy="54481"/>
            </a:xfrm>
            <a:custGeom>
              <a:rect b="b" l="l" r="r" t="t"/>
              <a:pathLst>
                <a:path extrusionOk="0" h="552" w="352">
                  <a:moveTo>
                    <a:pt x="1" y="0"/>
                  </a:moveTo>
                  <a:lnTo>
                    <a:pt x="1" y="552"/>
                  </a:lnTo>
                  <a:lnTo>
                    <a:pt x="352" y="552"/>
                  </a:lnTo>
                  <a:lnTo>
                    <a:pt x="35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8"/>
            <p:cNvSpPr/>
            <p:nvPr/>
          </p:nvSpPr>
          <p:spPr>
            <a:xfrm>
              <a:off x="8211712" y="2195458"/>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8"/>
            <p:cNvSpPr/>
            <p:nvPr/>
          </p:nvSpPr>
          <p:spPr>
            <a:xfrm>
              <a:off x="8211712" y="2274614"/>
              <a:ext cx="34742" cy="54481"/>
            </a:xfrm>
            <a:custGeom>
              <a:rect b="b" l="l" r="r" t="t"/>
              <a:pathLst>
                <a:path extrusionOk="0" h="552" w="352">
                  <a:moveTo>
                    <a:pt x="1" y="1"/>
                  </a:moveTo>
                  <a:lnTo>
                    <a:pt x="1" y="552"/>
                  </a:lnTo>
                  <a:lnTo>
                    <a:pt x="352" y="552"/>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8"/>
            <p:cNvSpPr/>
            <p:nvPr/>
          </p:nvSpPr>
          <p:spPr>
            <a:xfrm>
              <a:off x="8211712" y="2353770"/>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8"/>
            <p:cNvSpPr/>
            <p:nvPr/>
          </p:nvSpPr>
          <p:spPr>
            <a:xfrm>
              <a:off x="8211712" y="2432927"/>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8"/>
            <p:cNvSpPr/>
            <p:nvPr/>
          </p:nvSpPr>
          <p:spPr>
            <a:xfrm>
              <a:off x="8211712" y="2512083"/>
              <a:ext cx="34742" cy="52014"/>
            </a:xfrm>
            <a:custGeom>
              <a:rect b="b" l="l" r="r" t="t"/>
              <a:pathLst>
                <a:path extrusionOk="0" h="527" w="352">
                  <a:moveTo>
                    <a:pt x="1" y="1"/>
                  </a:moveTo>
                  <a:lnTo>
                    <a:pt x="1" y="527"/>
                  </a:lnTo>
                  <a:lnTo>
                    <a:pt x="352" y="527"/>
                  </a:lnTo>
                  <a:lnTo>
                    <a:pt x="3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8"/>
            <p:cNvSpPr/>
            <p:nvPr/>
          </p:nvSpPr>
          <p:spPr>
            <a:xfrm>
              <a:off x="6920537" y="859675"/>
              <a:ext cx="1212104" cy="818893"/>
            </a:xfrm>
            <a:custGeom>
              <a:rect b="b" l="l" r="r" t="t"/>
              <a:pathLst>
                <a:path extrusionOk="0" h="8297" w="12281">
                  <a:moveTo>
                    <a:pt x="0" y="1"/>
                  </a:moveTo>
                  <a:lnTo>
                    <a:pt x="0" y="2557"/>
                  </a:lnTo>
                  <a:cubicBezTo>
                    <a:pt x="91" y="2555"/>
                    <a:pt x="182" y="2554"/>
                    <a:pt x="272" y="2554"/>
                  </a:cubicBezTo>
                  <a:cubicBezTo>
                    <a:pt x="4545" y="2554"/>
                    <a:pt x="8289" y="4860"/>
                    <a:pt x="10351" y="8296"/>
                  </a:cubicBezTo>
                  <a:lnTo>
                    <a:pt x="12281" y="6492"/>
                  </a:lnTo>
                  <a:cubicBezTo>
                    <a:pt x="9749" y="2532"/>
                    <a:pt x="4988" y="76"/>
                    <a:pt x="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8"/>
            <p:cNvSpPr/>
            <p:nvPr/>
          </p:nvSpPr>
          <p:spPr>
            <a:xfrm>
              <a:off x="7734307" y="1826919"/>
              <a:ext cx="623472" cy="24773"/>
            </a:xfrm>
            <a:custGeom>
              <a:rect b="b" l="l" r="r" t="t"/>
              <a:pathLst>
                <a:path extrusionOk="0" h="251" w="6317">
                  <a:moveTo>
                    <a:pt x="1" y="0"/>
                  </a:moveTo>
                  <a:lnTo>
                    <a:pt x="1" y="251"/>
                  </a:lnTo>
                  <a:lnTo>
                    <a:pt x="6317" y="251"/>
                  </a:lnTo>
                  <a:lnTo>
                    <a:pt x="63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8"/>
            <p:cNvSpPr/>
            <p:nvPr/>
          </p:nvSpPr>
          <p:spPr>
            <a:xfrm>
              <a:off x="7744177" y="1911010"/>
              <a:ext cx="343961" cy="27241"/>
            </a:xfrm>
            <a:custGeom>
              <a:rect b="b" l="l" r="r" t="t"/>
              <a:pathLst>
                <a:path extrusionOk="0" h="276" w="3485">
                  <a:moveTo>
                    <a:pt x="1" y="0"/>
                  </a:moveTo>
                  <a:lnTo>
                    <a:pt x="1" y="276"/>
                  </a:lnTo>
                  <a:lnTo>
                    <a:pt x="3485" y="276"/>
                  </a:lnTo>
                  <a:lnTo>
                    <a:pt x="3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8"/>
            <p:cNvSpPr/>
            <p:nvPr/>
          </p:nvSpPr>
          <p:spPr>
            <a:xfrm>
              <a:off x="5235950" y="2749551"/>
              <a:ext cx="621005" cy="101560"/>
            </a:xfrm>
            <a:custGeom>
              <a:rect b="b" l="l" r="r" t="t"/>
              <a:pathLst>
                <a:path extrusionOk="0" h="1029" w="6292">
                  <a:moveTo>
                    <a:pt x="126" y="1"/>
                  </a:moveTo>
                  <a:lnTo>
                    <a:pt x="0" y="126"/>
                  </a:lnTo>
                  <a:lnTo>
                    <a:pt x="502" y="702"/>
                  </a:lnTo>
                  <a:cubicBezTo>
                    <a:pt x="627" y="842"/>
                    <a:pt x="799" y="911"/>
                    <a:pt x="969" y="911"/>
                  </a:cubicBezTo>
                  <a:cubicBezTo>
                    <a:pt x="1106" y="911"/>
                    <a:pt x="1242" y="867"/>
                    <a:pt x="1354" y="778"/>
                  </a:cubicBezTo>
                  <a:lnTo>
                    <a:pt x="1830" y="351"/>
                  </a:lnTo>
                  <a:cubicBezTo>
                    <a:pt x="1905" y="276"/>
                    <a:pt x="2030" y="251"/>
                    <a:pt x="2131" y="251"/>
                  </a:cubicBezTo>
                  <a:cubicBezTo>
                    <a:pt x="2256" y="251"/>
                    <a:pt x="2356" y="301"/>
                    <a:pt x="2431" y="402"/>
                  </a:cubicBezTo>
                  <a:lnTo>
                    <a:pt x="2757" y="778"/>
                  </a:lnTo>
                  <a:cubicBezTo>
                    <a:pt x="2882" y="903"/>
                    <a:pt x="3033" y="978"/>
                    <a:pt x="3183" y="1003"/>
                  </a:cubicBezTo>
                  <a:cubicBezTo>
                    <a:pt x="3359" y="1003"/>
                    <a:pt x="3509" y="953"/>
                    <a:pt x="3634" y="828"/>
                  </a:cubicBezTo>
                  <a:lnTo>
                    <a:pt x="4035" y="477"/>
                  </a:lnTo>
                  <a:cubicBezTo>
                    <a:pt x="4136" y="402"/>
                    <a:pt x="4236" y="351"/>
                    <a:pt x="4361" y="351"/>
                  </a:cubicBezTo>
                  <a:cubicBezTo>
                    <a:pt x="4487" y="377"/>
                    <a:pt x="4587" y="427"/>
                    <a:pt x="4662" y="527"/>
                  </a:cubicBezTo>
                  <a:lnTo>
                    <a:pt x="4862" y="778"/>
                  </a:lnTo>
                  <a:cubicBezTo>
                    <a:pt x="4963" y="928"/>
                    <a:pt x="5138" y="1003"/>
                    <a:pt x="5314" y="1028"/>
                  </a:cubicBezTo>
                  <a:cubicBezTo>
                    <a:pt x="5489" y="1028"/>
                    <a:pt x="5664" y="953"/>
                    <a:pt x="5790" y="828"/>
                  </a:cubicBezTo>
                  <a:lnTo>
                    <a:pt x="6291" y="301"/>
                  </a:lnTo>
                  <a:lnTo>
                    <a:pt x="6141" y="176"/>
                  </a:lnTo>
                  <a:lnTo>
                    <a:pt x="5639" y="702"/>
                  </a:lnTo>
                  <a:cubicBezTo>
                    <a:pt x="5564" y="803"/>
                    <a:pt x="5439" y="828"/>
                    <a:pt x="5314" y="828"/>
                  </a:cubicBezTo>
                  <a:cubicBezTo>
                    <a:pt x="5188" y="828"/>
                    <a:pt x="5088" y="778"/>
                    <a:pt x="5013" y="677"/>
                  </a:cubicBezTo>
                  <a:lnTo>
                    <a:pt x="4787" y="402"/>
                  </a:lnTo>
                  <a:cubicBezTo>
                    <a:pt x="4687" y="276"/>
                    <a:pt x="4537" y="201"/>
                    <a:pt x="4361" y="176"/>
                  </a:cubicBezTo>
                  <a:cubicBezTo>
                    <a:pt x="4211" y="176"/>
                    <a:pt x="4035" y="226"/>
                    <a:pt x="3910" y="326"/>
                  </a:cubicBezTo>
                  <a:lnTo>
                    <a:pt x="3509" y="702"/>
                  </a:lnTo>
                  <a:cubicBezTo>
                    <a:pt x="3427" y="764"/>
                    <a:pt x="3344" y="809"/>
                    <a:pt x="3262" y="809"/>
                  </a:cubicBezTo>
                  <a:cubicBezTo>
                    <a:pt x="3244" y="809"/>
                    <a:pt x="3226" y="807"/>
                    <a:pt x="3208" y="803"/>
                  </a:cubicBezTo>
                  <a:cubicBezTo>
                    <a:pt x="3083" y="803"/>
                    <a:pt x="2983" y="752"/>
                    <a:pt x="2908" y="677"/>
                  </a:cubicBezTo>
                  <a:lnTo>
                    <a:pt x="2557" y="276"/>
                  </a:lnTo>
                  <a:cubicBezTo>
                    <a:pt x="2456" y="151"/>
                    <a:pt x="2306" y="76"/>
                    <a:pt x="2156" y="76"/>
                  </a:cubicBezTo>
                  <a:cubicBezTo>
                    <a:pt x="2126" y="72"/>
                    <a:pt x="2098" y="69"/>
                    <a:pt x="2070" y="69"/>
                  </a:cubicBezTo>
                  <a:cubicBezTo>
                    <a:pt x="1931" y="69"/>
                    <a:pt x="1809" y="122"/>
                    <a:pt x="1705" y="226"/>
                  </a:cubicBezTo>
                  <a:lnTo>
                    <a:pt x="1228" y="627"/>
                  </a:lnTo>
                  <a:cubicBezTo>
                    <a:pt x="1151" y="694"/>
                    <a:pt x="1058" y="726"/>
                    <a:pt x="966" y="726"/>
                  </a:cubicBezTo>
                  <a:cubicBezTo>
                    <a:pt x="851" y="726"/>
                    <a:pt x="736" y="675"/>
                    <a:pt x="652" y="577"/>
                  </a:cubicBezTo>
                  <a:lnTo>
                    <a:pt x="1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8"/>
            <p:cNvSpPr/>
            <p:nvPr/>
          </p:nvSpPr>
          <p:spPr>
            <a:xfrm>
              <a:off x="6814239" y="3180764"/>
              <a:ext cx="185551" cy="563464"/>
            </a:xfrm>
            <a:custGeom>
              <a:rect b="b" l="l" r="r" t="t"/>
              <a:pathLst>
                <a:path extrusionOk="0" h="5709" w="1880">
                  <a:moveTo>
                    <a:pt x="662" y="0"/>
                  </a:moveTo>
                  <a:cubicBezTo>
                    <a:pt x="389" y="0"/>
                    <a:pt x="147" y="228"/>
                    <a:pt x="100" y="769"/>
                  </a:cubicBezTo>
                  <a:cubicBezTo>
                    <a:pt x="1" y="2375"/>
                    <a:pt x="97" y="5709"/>
                    <a:pt x="771" y="5709"/>
                  </a:cubicBezTo>
                  <a:cubicBezTo>
                    <a:pt x="781" y="5709"/>
                    <a:pt x="791" y="5708"/>
                    <a:pt x="801" y="5707"/>
                  </a:cubicBezTo>
                  <a:cubicBezTo>
                    <a:pt x="1503" y="5632"/>
                    <a:pt x="1879" y="5331"/>
                    <a:pt x="1428" y="5256"/>
                  </a:cubicBezTo>
                  <a:cubicBezTo>
                    <a:pt x="1002" y="5206"/>
                    <a:pt x="1002" y="5155"/>
                    <a:pt x="977" y="5030"/>
                  </a:cubicBezTo>
                  <a:cubicBezTo>
                    <a:pt x="952" y="4228"/>
                    <a:pt x="1428" y="2649"/>
                    <a:pt x="1553" y="1471"/>
                  </a:cubicBezTo>
                  <a:cubicBezTo>
                    <a:pt x="1647" y="615"/>
                    <a:pt x="1111" y="0"/>
                    <a:pt x="662" y="0"/>
                  </a:cubicBezTo>
                  <a:close/>
                </a:path>
              </a:pathLst>
            </a:custGeom>
            <a:solidFill>
              <a:srgbClr val="8050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8"/>
            <p:cNvSpPr/>
            <p:nvPr/>
          </p:nvSpPr>
          <p:spPr>
            <a:xfrm>
              <a:off x="6858653" y="3699424"/>
              <a:ext cx="168279" cy="54086"/>
            </a:xfrm>
            <a:custGeom>
              <a:rect b="b" l="l" r="r" t="t"/>
              <a:pathLst>
                <a:path extrusionOk="0" h="548" w="1705">
                  <a:moveTo>
                    <a:pt x="978" y="1"/>
                  </a:moveTo>
                  <a:cubicBezTo>
                    <a:pt x="808" y="170"/>
                    <a:pt x="551" y="211"/>
                    <a:pt x="343" y="211"/>
                  </a:cubicBezTo>
                  <a:cubicBezTo>
                    <a:pt x="151" y="211"/>
                    <a:pt x="0" y="176"/>
                    <a:pt x="0" y="176"/>
                  </a:cubicBezTo>
                  <a:lnTo>
                    <a:pt x="0" y="176"/>
                  </a:lnTo>
                  <a:cubicBezTo>
                    <a:pt x="34" y="452"/>
                    <a:pt x="207" y="548"/>
                    <a:pt x="428" y="548"/>
                  </a:cubicBezTo>
                  <a:cubicBezTo>
                    <a:pt x="708" y="548"/>
                    <a:pt x="1065" y="392"/>
                    <a:pt x="1304" y="251"/>
                  </a:cubicBezTo>
                  <a:cubicBezTo>
                    <a:pt x="1705" y="1"/>
                    <a:pt x="978" y="1"/>
                    <a:pt x="9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8"/>
            <p:cNvSpPr/>
            <p:nvPr/>
          </p:nvSpPr>
          <p:spPr>
            <a:xfrm>
              <a:off x="6448166" y="3574669"/>
              <a:ext cx="200455" cy="562674"/>
            </a:xfrm>
            <a:custGeom>
              <a:rect b="b" l="l" r="r" t="t"/>
              <a:pathLst>
                <a:path extrusionOk="0" h="5701" w="2031">
                  <a:moveTo>
                    <a:pt x="1066" y="0"/>
                  </a:moveTo>
                  <a:cubicBezTo>
                    <a:pt x="813" y="0"/>
                    <a:pt x="581" y="210"/>
                    <a:pt x="500" y="713"/>
                  </a:cubicBezTo>
                  <a:cubicBezTo>
                    <a:pt x="226" y="2311"/>
                    <a:pt x="1" y="5701"/>
                    <a:pt x="693" y="5701"/>
                  </a:cubicBezTo>
                  <a:cubicBezTo>
                    <a:pt x="696" y="5701"/>
                    <a:pt x="698" y="5701"/>
                    <a:pt x="701" y="5701"/>
                  </a:cubicBezTo>
                  <a:cubicBezTo>
                    <a:pt x="1428" y="5676"/>
                    <a:pt x="1804" y="5400"/>
                    <a:pt x="1377" y="5300"/>
                  </a:cubicBezTo>
                  <a:cubicBezTo>
                    <a:pt x="951" y="5200"/>
                    <a:pt x="951" y="5149"/>
                    <a:pt x="951" y="5024"/>
                  </a:cubicBezTo>
                  <a:cubicBezTo>
                    <a:pt x="976" y="4222"/>
                    <a:pt x="1628" y="2693"/>
                    <a:pt x="1854" y="1540"/>
                  </a:cubicBezTo>
                  <a:cubicBezTo>
                    <a:pt x="2031" y="672"/>
                    <a:pt x="1516" y="0"/>
                    <a:pt x="1066" y="0"/>
                  </a:cubicBezTo>
                  <a:close/>
                </a:path>
              </a:pathLst>
            </a:custGeom>
            <a:solidFill>
              <a:srgbClr val="8050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8"/>
            <p:cNvSpPr/>
            <p:nvPr/>
          </p:nvSpPr>
          <p:spPr>
            <a:xfrm>
              <a:off x="6485079" y="4097671"/>
              <a:ext cx="168378" cy="48954"/>
            </a:xfrm>
            <a:custGeom>
              <a:rect b="b" l="l" r="r" t="t"/>
              <a:pathLst>
                <a:path extrusionOk="0" h="496" w="1706">
                  <a:moveTo>
                    <a:pt x="1003" y="1"/>
                  </a:moveTo>
                  <a:cubicBezTo>
                    <a:pt x="863" y="121"/>
                    <a:pt x="675" y="157"/>
                    <a:pt x="499" y="157"/>
                  </a:cubicBezTo>
                  <a:cubicBezTo>
                    <a:pt x="236" y="157"/>
                    <a:pt x="1" y="76"/>
                    <a:pt x="1" y="76"/>
                  </a:cubicBezTo>
                  <a:lnTo>
                    <a:pt x="1" y="76"/>
                  </a:lnTo>
                  <a:cubicBezTo>
                    <a:pt x="14" y="389"/>
                    <a:pt x="227" y="496"/>
                    <a:pt x="490" y="496"/>
                  </a:cubicBezTo>
                  <a:cubicBezTo>
                    <a:pt x="753" y="496"/>
                    <a:pt x="1066" y="389"/>
                    <a:pt x="1279" y="276"/>
                  </a:cubicBezTo>
                  <a:cubicBezTo>
                    <a:pt x="1705" y="76"/>
                    <a:pt x="1003" y="1"/>
                    <a:pt x="10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8"/>
            <p:cNvSpPr/>
            <p:nvPr/>
          </p:nvSpPr>
          <p:spPr>
            <a:xfrm>
              <a:off x="6344137" y="3080980"/>
              <a:ext cx="309318" cy="911669"/>
            </a:xfrm>
            <a:custGeom>
              <a:rect b="b" l="l" r="r" t="t"/>
              <a:pathLst>
                <a:path extrusionOk="0" h="9237" w="3134">
                  <a:moveTo>
                    <a:pt x="2181" y="1"/>
                  </a:moveTo>
                  <a:lnTo>
                    <a:pt x="1604" y="126"/>
                  </a:lnTo>
                  <a:lnTo>
                    <a:pt x="1128" y="227"/>
                  </a:lnTo>
                  <a:lnTo>
                    <a:pt x="978" y="277"/>
                  </a:lnTo>
                  <a:lnTo>
                    <a:pt x="251" y="427"/>
                  </a:lnTo>
                  <a:cubicBezTo>
                    <a:pt x="101" y="878"/>
                    <a:pt x="0" y="1179"/>
                    <a:pt x="25" y="1580"/>
                  </a:cubicBezTo>
                  <a:cubicBezTo>
                    <a:pt x="51" y="1956"/>
                    <a:pt x="176" y="2432"/>
                    <a:pt x="426" y="3259"/>
                  </a:cubicBezTo>
                  <a:cubicBezTo>
                    <a:pt x="627" y="3836"/>
                    <a:pt x="1028" y="4713"/>
                    <a:pt x="1078" y="5239"/>
                  </a:cubicBezTo>
                  <a:cubicBezTo>
                    <a:pt x="1254" y="7169"/>
                    <a:pt x="1003" y="7395"/>
                    <a:pt x="1279" y="9074"/>
                  </a:cubicBezTo>
                  <a:cubicBezTo>
                    <a:pt x="1304" y="9186"/>
                    <a:pt x="1542" y="9237"/>
                    <a:pt x="1783" y="9237"/>
                  </a:cubicBezTo>
                  <a:cubicBezTo>
                    <a:pt x="2024" y="9237"/>
                    <a:pt x="2269" y="9186"/>
                    <a:pt x="2306" y="9099"/>
                  </a:cubicBezTo>
                  <a:cubicBezTo>
                    <a:pt x="3133" y="7344"/>
                    <a:pt x="3083" y="5339"/>
                    <a:pt x="3083" y="4312"/>
                  </a:cubicBezTo>
                  <a:cubicBezTo>
                    <a:pt x="3083" y="3861"/>
                    <a:pt x="3083" y="3585"/>
                    <a:pt x="2908" y="2608"/>
                  </a:cubicBezTo>
                  <a:cubicBezTo>
                    <a:pt x="2883" y="2507"/>
                    <a:pt x="2858" y="2432"/>
                    <a:pt x="2858" y="2332"/>
                  </a:cubicBezTo>
                  <a:cubicBezTo>
                    <a:pt x="2807" y="2056"/>
                    <a:pt x="2732" y="1705"/>
                    <a:pt x="2632" y="1279"/>
                  </a:cubicBezTo>
                  <a:cubicBezTo>
                    <a:pt x="2532" y="803"/>
                    <a:pt x="2331" y="327"/>
                    <a:pt x="2231" y="101"/>
                  </a:cubicBezTo>
                  <a:cubicBezTo>
                    <a:pt x="2206" y="26"/>
                    <a:pt x="2181" y="1"/>
                    <a:pt x="21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8"/>
            <p:cNvSpPr/>
            <p:nvPr/>
          </p:nvSpPr>
          <p:spPr>
            <a:xfrm>
              <a:off x="6413424" y="3155201"/>
              <a:ext cx="222662" cy="226215"/>
            </a:xfrm>
            <a:custGeom>
              <a:rect b="b" l="l" r="r" t="t"/>
              <a:pathLst>
                <a:path extrusionOk="0" h="2292" w="2256">
                  <a:moveTo>
                    <a:pt x="251" y="1"/>
                  </a:moveTo>
                  <a:lnTo>
                    <a:pt x="251" y="1"/>
                  </a:lnTo>
                  <a:cubicBezTo>
                    <a:pt x="50" y="627"/>
                    <a:pt x="0" y="1630"/>
                    <a:pt x="727" y="2131"/>
                  </a:cubicBezTo>
                  <a:cubicBezTo>
                    <a:pt x="897" y="2241"/>
                    <a:pt x="1138" y="2291"/>
                    <a:pt x="1402" y="2291"/>
                  </a:cubicBezTo>
                  <a:cubicBezTo>
                    <a:pt x="1681" y="2291"/>
                    <a:pt x="1985" y="2234"/>
                    <a:pt x="2256" y="2131"/>
                  </a:cubicBezTo>
                  <a:cubicBezTo>
                    <a:pt x="2181" y="1805"/>
                    <a:pt x="2055" y="1079"/>
                    <a:pt x="1930" y="527"/>
                  </a:cubicBezTo>
                  <a:cubicBezTo>
                    <a:pt x="1905" y="377"/>
                    <a:pt x="1855" y="226"/>
                    <a:pt x="1830" y="101"/>
                  </a:cubicBezTo>
                  <a:lnTo>
                    <a:pt x="25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8"/>
            <p:cNvSpPr/>
            <p:nvPr/>
          </p:nvSpPr>
          <p:spPr>
            <a:xfrm>
              <a:off x="6410956" y="2952573"/>
              <a:ext cx="630874" cy="627124"/>
            </a:xfrm>
            <a:custGeom>
              <a:rect b="b" l="l" r="r" t="t"/>
              <a:pathLst>
                <a:path extrusionOk="0" h="6354" w="6392">
                  <a:moveTo>
                    <a:pt x="4919" y="1"/>
                  </a:moveTo>
                  <a:cubicBezTo>
                    <a:pt x="4332" y="1"/>
                    <a:pt x="3606" y="365"/>
                    <a:pt x="3083" y="675"/>
                  </a:cubicBezTo>
                  <a:cubicBezTo>
                    <a:pt x="2707" y="901"/>
                    <a:pt x="2431" y="1101"/>
                    <a:pt x="2431" y="1101"/>
                  </a:cubicBezTo>
                  <a:lnTo>
                    <a:pt x="501" y="1177"/>
                  </a:lnTo>
                  <a:cubicBezTo>
                    <a:pt x="501" y="1177"/>
                    <a:pt x="401" y="1327"/>
                    <a:pt x="301" y="1578"/>
                  </a:cubicBezTo>
                  <a:cubicBezTo>
                    <a:pt x="176" y="1903"/>
                    <a:pt x="0" y="2430"/>
                    <a:pt x="75" y="2931"/>
                  </a:cubicBezTo>
                  <a:cubicBezTo>
                    <a:pt x="125" y="3307"/>
                    <a:pt x="176" y="3583"/>
                    <a:pt x="551" y="3833"/>
                  </a:cubicBezTo>
                  <a:cubicBezTo>
                    <a:pt x="662" y="3910"/>
                    <a:pt x="815" y="3943"/>
                    <a:pt x="992" y="3943"/>
                  </a:cubicBezTo>
                  <a:cubicBezTo>
                    <a:pt x="1340" y="3943"/>
                    <a:pt x="1782" y="3815"/>
                    <a:pt x="2181" y="3633"/>
                  </a:cubicBezTo>
                  <a:cubicBezTo>
                    <a:pt x="2717" y="3390"/>
                    <a:pt x="3242" y="3112"/>
                    <a:pt x="3532" y="3112"/>
                  </a:cubicBezTo>
                  <a:cubicBezTo>
                    <a:pt x="3662" y="3112"/>
                    <a:pt x="3744" y="3168"/>
                    <a:pt x="3760" y="3307"/>
                  </a:cubicBezTo>
                  <a:cubicBezTo>
                    <a:pt x="3885" y="4836"/>
                    <a:pt x="4085" y="6264"/>
                    <a:pt x="4085" y="6264"/>
                  </a:cubicBezTo>
                  <a:cubicBezTo>
                    <a:pt x="4267" y="6329"/>
                    <a:pt x="4445" y="6354"/>
                    <a:pt x="4610" y="6354"/>
                  </a:cubicBezTo>
                  <a:cubicBezTo>
                    <a:pt x="5152" y="6354"/>
                    <a:pt x="5564" y="6089"/>
                    <a:pt x="5564" y="6089"/>
                  </a:cubicBezTo>
                  <a:cubicBezTo>
                    <a:pt x="5564" y="6089"/>
                    <a:pt x="6391" y="1427"/>
                    <a:pt x="5689" y="375"/>
                  </a:cubicBezTo>
                  <a:cubicBezTo>
                    <a:pt x="5506" y="104"/>
                    <a:pt x="5232" y="1"/>
                    <a:pt x="49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8"/>
            <p:cNvSpPr/>
            <p:nvPr/>
          </p:nvSpPr>
          <p:spPr>
            <a:xfrm>
              <a:off x="6344137" y="3061240"/>
              <a:ext cx="390941" cy="181603"/>
            </a:xfrm>
            <a:custGeom>
              <a:rect b="b" l="l" r="r" t="t"/>
              <a:pathLst>
                <a:path extrusionOk="0" h="1840" w="3961">
                  <a:moveTo>
                    <a:pt x="3108" y="0"/>
                  </a:moveTo>
                  <a:lnTo>
                    <a:pt x="1178" y="76"/>
                  </a:lnTo>
                  <a:cubicBezTo>
                    <a:pt x="1178" y="76"/>
                    <a:pt x="1078" y="226"/>
                    <a:pt x="978" y="477"/>
                  </a:cubicBezTo>
                  <a:lnTo>
                    <a:pt x="251" y="627"/>
                  </a:lnTo>
                  <a:cubicBezTo>
                    <a:pt x="101" y="1078"/>
                    <a:pt x="0" y="1379"/>
                    <a:pt x="25" y="1780"/>
                  </a:cubicBezTo>
                  <a:cubicBezTo>
                    <a:pt x="154" y="1817"/>
                    <a:pt x="323" y="1840"/>
                    <a:pt x="522" y="1840"/>
                  </a:cubicBezTo>
                  <a:cubicBezTo>
                    <a:pt x="595" y="1840"/>
                    <a:pt x="672" y="1837"/>
                    <a:pt x="752" y="1830"/>
                  </a:cubicBezTo>
                  <a:cubicBezTo>
                    <a:pt x="1304" y="1805"/>
                    <a:pt x="2030" y="1655"/>
                    <a:pt x="2632" y="1479"/>
                  </a:cubicBezTo>
                  <a:cubicBezTo>
                    <a:pt x="3409" y="1229"/>
                    <a:pt x="3960" y="853"/>
                    <a:pt x="3910" y="602"/>
                  </a:cubicBezTo>
                  <a:lnTo>
                    <a:pt x="3910" y="602"/>
                  </a:lnTo>
                  <a:lnTo>
                    <a:pt x="3108" y="652"/>
                  </a:lnTo>
                  <a:lnTo>
                    <a:pt x="3108" y="0"/>
                  </a:lnTo>
                  <a:close/>
                </a:path>
              </a:pathLst>
            </a:custGeom>
            <a:solidFill>
              <a:srgbClr val="2A2E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8"/>
            <p:cNvSpPr/>
            <p:nvPr/>
          </p:nvSpPr>
          <p:spPr>
            <a:xfrm>
              <a:off x="6302092" y="2650556"/>
              <a:ext cx="436539" cy="557345"/>
            </a:xfrm>
            <a:custGeom>
              <a:rect b="b" l="l" r="r" t="t"/>
              <a:pathLst>
                <a:path extrusionOk="0" h="5647" w="4423">
                  <a:moveTo>
                    <a:pt x="1800" y="0"/>
                  </a:moveTo>
                  <a:cubicBezTo>
                    <a:pt x="1115" y="0"/>
                    <a:pt x="676" y="553"/>
                    <a:pt x="602" y="903"/>
                  </a:cubicBezTo>
                  <a:cubicBezTo>
                    <a:pt x="251" y="2658"/>
                    <a:pt x="0" y="3460"/>
                    <a:pt x="251" y="5339"/>
                  </a:cubicBezTo>
                  <a:cubicBezTo>
                    <a:pt x="282" y="5556"/>
                    <a:pt x="697" y="5646"/>
                    <a:pt x="1251" y="5646"/>
                  </a:cubicBezTo>
                  <a:cubicBezTo>
                    <a:pt x="2488" y="5646"/>
                    <a:pt x="4423" y="5198"/>
                    <a:pt x="4336" y="4713"/>
                  </a:cubicBezTo>
                  <a:cubicBezTo>
                    <a:pt x="3760" y="1530"/>
                    <a:pt x="3208" y="603"/>
                    <a:pt x="2632" y="252"/>
                  </a:cubicBezTo>
                  <a:cubicBezTo>
                    <a:pt x="2326" y="72"/>
                    <a:pt x="2047" y="0"/>
                    <a:pt x="180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8"/>
            <p:cNvSpPr/>
            <p:nvPr/>
          </p:nvSpPr>
          <p:spPr>
            <a:xfrm>
              <a:off x="6967518" y="2326234"/>
              <a:ext cx="56948" cy="99388"/>
            </a:xfrm>
            <a:custGeom>
              <a:rect b="b" l="l" r="r" t="t"/>
              <a:pathLst>
                <a:path extrusionOk="0" h="1007" w="577">
                  <a:moveTo>
                    <a:pt x="266" y="1"/>
                  </a:moveTo>
                  <a:cubicBezTo>
                    <a:pt x="77" y="1"/>
                    <a:pt x="0" y="831"/>
                    <a:pt x="0" y="831"/>
                  </a:cubicBezTo>
                  <a:lnTo>
                    <a:pt x="301" y="1006"/>
                  </a:lnTo>
                  <a:cubicBezTo>
                    <a:pt x="527" y="480"/>
                    <a:pt x="577" y="330"/>
                    <a:pt x="351" y="54"/>
                  </a:cubicBezTo>
                  <a:cubicBezTo>
                    <a:pt x="320" y="17"/>
                    <a:pt x="292" y="1"/>
                    <a:pt x="266" y="1"/>
                  </a:cubicBezTo>
                  <a:close/>
                </a:path>
              </a:pathLst>
            </a:custGeom>
            <a:solidFill>
              <a:srgbClr val="8050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8"/>
            <p:cNvSpPr/>
            <p:nvPr/>
          </p:nvSpPr>
          <p:spPr>
            <a:xfrm>
              <a:off x="6539561" y="2402527"/>
              <a:ext cx="455193" cy="414233"/>
            </a:xfrm>
            <a:custGeom>
              <a:rect b="b" l="l" r="r" t="t"/>
              <a:pathLst>
                <a:path extrusionOk="0" h="4197" w="4612">
                  <a:moveTo>
                    <a:pt x="4349" y="0"/>
                  </a:moveTo>
                  <a:cubicBezTo>
                    <a:pt x="4308" y="0"/>
                    <a:pt x="4262" y="10"/>
                    <a:pt x="4211" y="33"/>
                  </a:cubicBezTo>
                  <a:cubicBezTo>
                    <a:pt x="4211" y="33"/>
                    <a:pt x="2983" y="1887"/>
                    <a:pt x="2381" y="2314"/>
                  </a:cubicBezTo>
                  <a:cubicBezTo>
                    <a:pt x="1930" y="2639"/>
                    <a:pt x="878" y="2815"/>
                    <a:pt x="401" y="3291"/>
                  </a:cubicBezTo>
                  <a:cubicBezTo>
                    <a:pt x="251" y="3441"/>
                    <a:pt x="0" y="3943"/>
                    <a:pt x="426" y="4093"/>
                  </a:cubicBezTo>
                  <a:cubicBezTo>
                    <a:pt x="617" y="4157"/>
                    <a:pt x="842" y="4196"/>
                    <a:pt x="1093" y="4196"/>
                  </a:cubicBezTo>
                  <a:cubicBezTo>
                    <a:pt x="1731" y="4196"/>
                    <a:pt x="2538" y="3939"/>
                    <a:pt x="3384" y="3166"/>
                  </a:cubicBezTo>
                  <a:cubicBezTo>
                    <a:pt x="4487" y="2188"/>
                    <a:pt x="4612" y="183"/>
                    <a:pt x="4612" y="183"/>
                  </a:cubicBezTo>
                  <a:cubicBezTo>
                    <a:pt x="4612" y="183"/>
                    <a:pt x="4529" y="0"/>
                    <a:pt x="434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8"/>
            <p:cNvSpPr/>
            <p:nvPr/>
          </p:nvSpPr>
          <p:spPr>
            <a:xfrm>
              <a:off x="6208032" y="2375879"/>
              <a:ext cx="527045" cy="714471"/>
            </a:xfrm>
            <a:custGeom>
              <a:rect b="b" l="l" r="r" t="t"/>
              <a:pathLst>
                <a:path extrusionOk="0" h="7239" w="5340">
                  <a:moveTo>
                    <a:pt x="2802" y="1"/>
                  </a:moveTo>
                  <a:cubicBezTo>
                    <a:pt x="1181" y="1"/>
                    <a:pt x="1816" y="1136"/>
                    <a:pt x="1154" y="1406"/>
                  </a:cubicBezTo>
                  <a:cubicBezTo>
                    <a:pt x="477" y="1681"/>
                    <a:pt x="1104" y="2659"/>
                    <a:pt x="828" y="2884"/>
                  </a:cubicBezTo>
                  <a:cubicBezTo>
                    <a:pt x="1" y="3561"/>
                    <a:pt x="728" y="3987"/>
                    <a:pt x="703" y="4438"/>
                  </a:cubicBezTo>
                  <a:cubicBezTo>
                    <a:pt x="678" y="4814"/>
                    <a:pt x="778" y="5090"/>
                    <a:pt x="1029" y="5340"/>
                  </a:cubicBezTo>
                  <a:cubicBezTo>
                    <a:pt x="1229" y="5541"/>
                    <a:pt x="1329" y="5792"/>
                    <a:pt x="1404" y="6067"/>
                  </a:cubicBezTo>
                  <a:cubicBezTo>
                    <a:pt x="1480" y="6318"/>
                    <a:pt x="1329" y="6594"/>
                    <a:pt x="1430" y="6844"/>
                  </a:cubicBezTo>
                  <a:cubicBezTo>
                    <a:pt x="1505" y="6995"/>
                    <a:pt x="1630" y="7070"/>
                    <a:pt x="1755" y="7145"/>
                  </a:cubicBezTo>
                  <a:cubicBezTo>
                    <a:pt x="1892" y="7206"/>
                    <a:pt x="2047" y="7239"/>
                    <a:pt x="2198" y="7239"/>
                  </a:cubicBezTo>
                  <a:cubicBezTo>
                    <a:pt x="2296" y="7239"/>
                    <a:pt x="2393" y="7225"/>
                    <a:pt x="2482" y="7195"/>
                  </a:cubicBezTo>
                  <a:cubicBezTo>
                    <a:pt x="2633" y="7145"/>
                    <a:pt x="2758" y="7070"/>
                    <a:pt x="2883" y="6970"/>
                  </a:cubicBezTo>
                  <a:cubicBezTo>
                    <a:pt x="2983" y="6869"/>
                    <a:pt x="3034" y="6744"/>
                    <a:pt x="3184" y="6694"/>
                  </a:cubicBezTo>
                  <a:cubicBezTo>
                    <a:pt x="3272" y="6664"/>
                    <a:pt x="3369" y="6652"/>
                    <a:pt x="3464" y="6652"/>
                  </a:cubicBezTo>
                  <a:cubicBezTo>
                    <a:pt x="3531" y="6652"/>
                    <a:pt x="3598" y="6658"/>
                    <a:pt x="3660" y="6669"/>
                  </a:cubicBezTo>
                  <a:cubicBezTo>
                    <a:pt x="3810" y="6719"/>
                    <a:pt x="3961" y="6794"/>
                    <a:pt x="4111" y="6819"/>
                  </a:cubicBezTo>
                  <a:cubicBezTo>
                    <a:pt x="4134" y="6822"/>
                    <a:pt x="4157" y="6823"/>
                    <a:pt x="4180" y="6823"/>
                  </a:cubicBezTo>
                  <a:cubicBezTo>
                    <a:pt x="4382" y="6823"/>
                    <a:pt x="4580" y="6726"/>
                    <a:pt x="4738" y="6569"/>
                  </a:cubicBezTo>
                  <a:cubicBezTo>
                    <a:pt x="4888" y="6418"/>
                    <a:pt x="5089" y="6142"/>
                    <a:pt x="5139" y="5917"/>
                  </a:cubicBezTo>
                  <a:cubicBezTo>
                    <a:pt x="5189" y="5792"/>
                    <a:pt x="5139" y="5616"/>
                    <a:pt x="5114" y="5491"/>
                  </a:cubicBezTo>
                  <a:cubicBezTo>
                    <a:pt x="4963" y="5040"/>
                    <a:pt x="4612" y="4664"/>
                    <a:pt x="4287" y="4338"/>
                  </a:cubicBezTo>
                  <a:cubicBezTo>
                    <a:pt x="3560" y="3636"/>
                    <a:pt x="5339" y="3085"/>
                    <a:pt x="4487" y="2358"/>
                  </a:cubicBezTo>
                  <a:cubicBezTo>
                    <a:pt x="4161" y="2057"/>
                    <a:pt x="4136" y="2057"/>
                    <a:pt x="4036" y="1180"/>
                  </a:cubicBezTo>
                  <a:cubicBezTo>
                    <a:pt x="3936" y="303"/>
                    <a:pt x="3359" y="2"/>
                    <a:pt x="2908" y="2"/>
                  </a:cubicBezTo>
                  <a:cubicBezTo>
                    <a:pt x="2872" y="1"/>
                    <a:pt x="2836" y="1"/>
                    <a:pt x="28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7" name="Google Shape;1447;p28"/>
          <p:cNvSpPr txBox="1"/>
          <p:nvPr/>
        </p:nvSpPr>
        <p:spPr>
          <a:xfrm>
            <a:off x="713230" y="4335150"/>
            <a:ext cx="2399400" cy="209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arlow Semi Condensed SemiBold"/>
                <a:ea typeface="Barlow Semi Condensed SemiBold"/>
                <a:cs typeface="Barlow Semi Condensed SemiBold"/>
                <a:sym typeface="Barlow Semi Condensed SemiBold"/>
              </a:rPr>
              <a:t>INFO 7374 Spring 2026</a:t>
            </a:r>
            <a:endParaRPr>
              <a:solidFill>
                <a:schemeClr val="dk1"/>
              </a:solidFill>
              <a:latin typeface="Barlow Semi Condensed SemiBold"/>
              <a:ea typeface="Barlow Semi Condensed SemiBold"/>
              <a:cs typeface="Barlow Semi Condensed SemiBold"/>
              <a:sym typeface="Barlow Semi Condensed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Project Overview</a:t>
            </a:r>
            <a:endParaRPr/>
          </a:p>
        </p:txBody>
      </p:sp>
      <p:pic>
        <p:nvPicPr>
          <p:cNvPr id="1453" name="Google Shape;1453;p29" title="Gemini_Generated_Image_dxd1t7dxd1t7dxd1.png"/>
          <p:cNvPicPr preferRelativeResize="0"/>
          <p:nvPr/>
        </p:nvPicPr>
        <p:blipFill>
          <a:blip r:embed="rId3">
            <a:alphaModFix/>
          </a:blip>
          <a:stretch>
            <a:fillRect/>
          </a:stretch>
        </p:blipFill>
        <p:spPr>
          <a:xfrm>
            <a:off x="61625" y="1161425"/>
            <a:ext cx="8839200" cy="3246416"/>
          </a:xfrm>
          <a:prstGeom prst="rect">
            <a:avLst/>
          </a:prstGeom>
          <a:noFill/>
          <a:ln>
            <a:noFill/>
          </a:ln>
        </p:spPr>
      </p:pic>
      <p:sp>
        <p:nvSpPr>
          <p:cNvPr id="1454" name="Google Shape;1454;p29"/>
          <p:cNvSpPr txBox="1"/>
          <p:nvPr>
            <p:ph idx="4294967295" type="subTitle"/>
          </p:nvPr>
        </p:nvSpPr>
        <p:spPr>
          <a:xfrm>
            <a:off x="307525" y="3582900"/>
            <a:ext cx="1786200" cy="4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0000"/>
                </a:solidFill>
              </a:rPr>
              <a:t>1</a:t>
            </a:r>
            <a:r>
              <a:rPr b="1" lang="en" sz="1200">
                <a:solidFill>
                  <a:srgbClr val="000000"/>
                </a:solidFill>
              </a:rPr>
              <a:t>. </a:t>
            </a:r>
            <a:r>
              <a:rPr b="1" lang="en" sz="1200">
                <a:solidFill>
                  <a:srgbClr val="000000"/>
                </a:solidFill>
              </a:rPr>
              <a:t>Baseline Evaluation</a:t>
            </a:r>
            <a:endParaRPr b="1" sz="1200">
              <a:solidFill>
                <a:srgbClr val="000000"/>
              </a:solidFill>
            </a:endParaRPr>
          </a:p>
        </p:txBody>
      </p:sp>
      <p:sp>
        <p:nvSpPr>
          <p:cNvPr id="1455" name="Google Shape;1455;p29"/>
          <p:cNvSpPr txBox="1"/>
          <p:nvPr>
            <p:ph idx="4294967295" type="subTitle"/>
          </p:nvPr>
        </p:nvSpPr>
        <p:spPr>
          <a:xfrm>
            <a:off x="2125650" y="3582900"/>
            <a:ext cx="1617900" cy="4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0000"/>
                </a:solidFill>
              </a:rPr>
              <a:t>2. Data Preparation</a:t>
            </a:r>
            <a:endParaRPr b="1" sz="1200">
              <a:solidFill>
                <a:srgbClr val="000000"/>
              </a:solidFill>
            </a:endParaRPr>
          </a:p>
        </p:txBody>
      </p:sp>
      <p:sp>
        <p:nvSpPr>
          <p:cNvPr id="1456" name="Google Shape;1456;p29"/>
          <p:cNvSpPr txBox="1"/>
          <p:nvPr>
            <p:ph idx="4294967295" type="subTitle"/>
          </p:nvPr>
        </p:nvSpPr>
        <p:spPr>
          <a:xfrm>
            <a:off x="3713700" y="3582900"/>
            <a:ext cx="1617900" cy="4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0000"/>
                </a:solidFill>
              </a:rPr>
              <a:t>3. Model Fine-Tuning</a:t>
            </a:r>
            <a:endParaRPr b="1" sz="1200">
              <a:solidFill>
                <a:srgbClr val="000000"/>
              </a:solidFill>
            </a:endParaRPr>
          </a:p>
        </p:txBody>
      </p:sp>
      <p:sp>
        <p:nvSpPr>
          <p:cNvPr id="1457" name="Google Shape;1457;p29"/>
          <p:cNvSpPr txBox="1"/>
          <p:nvPr>
            <p:ph idx="4294967295" type="subTitle"/>
          </p:nvPr>
        </p:nvSpPr>
        <p:spPr>
          <a:xfrm>
            <a:off x="5356975" y="3582900"/>
            <a:ext cx="1617900" cy="41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000000"/>
                </a:solidFill>
              </a:rPr>
              <a:t>4. Post Fine-Tuning</a:t>
            </a:r>
            <a:br>
              <a:rPr b="1" lang="en" sz="1200">
                <a:solidFill>
                  <a:srgbClr val="000000"/>
                </a:solidFill>
              </a:rPr>
            </a:br>
            <a:r>
              <a:rPr b="1" lang="en" sz="1200">
                <a:solidFill>
                  <a:srgbClr val="000000"/>
                </a:solidFill>
              </a:rPr>
              <a:t>Evaluation </a:t>
            </a:r>
            <a:endParaRPr b="1" sz="1200">
              <a:solidFill>
                <a:srgbClr val="000000"/>
              </a:solidFill>
            </a:endParaRPr>
          </a:p>
        </p:txBody>
      </p:sp>
      <p:sp>
        <p:nvSpPr>
          <p:cNvPr id="1458" name="Google Shape;1458;p29"/>
          <p:cNvSpPr txBox="1"/>
          <p:nvPr>
            <p:ph idx="4294967295" type="subTitle"/>
          </p:nvPr>
        </p:nvSpPr>
        <p:spPr>
          <a:xfrm>
            <a:off x="7147475" y="3582900"/>
            <a:ext cx="1617900" cy="41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000000"/>
                </a:solidFill>
              </a:rPr>
              <a:t>5. Group Comparison</a:t>
            </a:r>
            <a:endParaRPr b="1" sz="12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 name="Shape 1462"/>
        <p:cNvGrpSpPr/>
        <p:nvPr/>
      </p:nvGrpSpPr>
      <p:grpSpPr>
        <a:xfrm>
          <a:off x="0" y="0"/>
          <a:ext cx="0" cy="0"/>
          <a:chOff x="0" y="0"/>
          <a:chExt cx="0" cy="0"/>
        </a:xfrm>
      </p:grpSpPr>
      <p:sp>
        <p:nvSpPr>
          <p:cNvPr id="1463" name="Google Shape;1463;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Datasets </a:t>
            </a:r>
            <a:endParaRPr/>
          </a:p>
        </p:txBody>
      </p:sp>
      <p:sp>
        <p:nvSpPr>
          <p:cNvPr id="1464" name="Google Shape;1464;p30"/>
          <p:cNvSpPr txBox="1"/>
          <p:nvPr>
            <p:ph idx="4294967295" type="subTitle"/>
          </p:nvPr>
        </p:nvSpPr>
        <p:spPr>
          <a:xfrm>
            <a:off x="480425" y="2093925"/>
            <a:ext cx="2454900" cy="1015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Used to train the model</a:t>
            </a:r>
            <a:endParaRPr/>
          </a:p>
          <a:p>
            <a:pPr indent="-317500" lvl="0" marL="457200" rtl="0" algn="l">
              <a:spcBef>
                <a:spcPts val="0"/>
              </a:spcBef>
              <a:spcAft>
                <a:spcPts val="0"/>
              </a:spcAft>
              <a:buSzPts val="1400"/>
              <a:buChar char="-"/>
            </a:pPr>
            <a:r>
              <a:rPr lang="en"/>
              <a:t>Contains labeled </a:t>
            </a:r>
            <a:r>
              <a:rPr lang="en"/>
              <a:t>diagnostic</a:t>
            </a:r>
            <a:r>
              <a:rPr lang="en"/>
              <a:t> data</a:t>
            </a:r>
            <a:endParaRPr/>
          </a:p>
        </p:txBody>
      </p:sp>
      <p:sp>
        <p:nvSpPr>
          <p:cNvPr id="1465" name="Google Shape;1465;p30"/>
          <p:cNvSpPr txBox="1"/>
          <p:nvPr>
            <p:ph idx="4294967295" type="subTitle"/>
          </p:nvPr>
        </p:nvSpPr>
        <p:spPr>
          <a:xfrm>
            <a:off x="3255750" y="2093925"/>
            <a:ext cx="2493900" cy="1015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Used during training</a:t>
            </a:r>
            <a:endParaRPr/>
          </a:p>
          <a:p>
            <a:pPr indent="-317500" lvl="0" marL="457200" rtl="0" algn="l">
              <a:spcBef>
                <a:spcPts val="0"/>
              </a:spcBef>
              <a:spcAft>
                <a:spcPts val="0"/>
              </a:spcAft>
              <a:buSzPts val="1400"/>
              <a:buChar char="-"/>
            </a:pPr>
            <a:r>
              <a:rPr lang="en"/>
              <a:t>Monitors model </a:t>
            </a:r>
            <a:r>
              <a:rPr lang="en"/>
              <a:t>performance</a:t>
            </a:r>
            <a:r>
              <a:rPr lang="en"/>
              <a:t> and loss</a:t>
            </a:r>
            <a:endParaRPr/>
          </a:p>
        </p:txBody>
      </p:sp>
      <p:sp>
        <p:nvSpPr>
          <p:cNvPr id="1466" name="Google Shape;1466;p30"/>
          <p:cNvSpPr txBox="1"/>
          <p:nvPr>
            <p:ph idx="4294967295" type="subTitle"/>
          </p:nvPr>
        </p:nvSpPr>
        <p:spPr>
          <a:xfrm>
            <a:off x="6031075" y="2093925"/>
            <a:ext cx="2697600" cy="1015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Used for final evaluation</a:t>
            </a:r>
            <a:endParaRPr/>
          </a:p>
          <a:p>
            <a:pPr indent="-317500" lvl="0" marL="457200" rtl="0" algn="l">
              <a:spcBef>
                <a:spcPts val="0"/>
              </a:spcBef>
              <a:spcAft>
                <a:spcPts val="0"/>
              </a:spcAft>
              <a:buSzPts val="1400"/>
              <a:buChar char="-"/>
            </a:pPr>
            <a:r>
              <a:rPr lang="en"/>
              <a:t>Contains </a:t>
            </a:r>
            <a:endParaRPr/>
          </a:p>
          <a:p>
            <a:pPr indent="-317500" lvl="1" marL="914400" rtl="0" algn="l">
              <a:spcBef>
                <a:spcPts val="0"/>
              </a:spcBef>
              <a:spcAft>
                <a:spcPts val="0"/>
              </a:spcAft>
              <a:buSzPts val="1400"/>
              <a:buChar char="-"/>
            </a:pPr>
            <a:r>
              <a:rPr lang="en"/>
              <a:t>New Samples</a:t>
            </a:r>
            <a:endParaRPr/>
          </a:p>
          <a:p>
            <a:pPr indent="-317500" lvl="1" marL="914400" rtl="0" algn="l">
              <a:spcBef>
                <a:spcPts val="0"/>
              </a:spcBef>
              <a:spcAft>
                <a:spcPts val="0"/>
              </a:spcAft>
              <a:buSzPts val="1400"/>
              <a:buChar char="-"/>
            </a:pPr>
            <a:r>
              <a:rPr lang="en"/>
              <a:t>Fine-tuned Samples</a:t>
            </a:r>
            <a:endParaRPr/>
          </a:p>
          <a:p>
            <a:pPr indent="-317500" lvl="1" marL="914400" rtl="0" algn="l">
              <a:spcBef>
                <a:spcPts val="0"/>
              </a:spcBef>
              <a:spcAft>
                <a:spcPts val="0"/>
              </a:spcAft>
              <a:buSzPts val="1400"/>
              <a:buChar char="-"/>
            </a:pPr>
            <a:r>
              <a:rPr lang="en"/>
              <a:t>Correct diagnosis labels</a:t>
            </a:r>
            <a:endParaRPr/>
          </a:p>
        </p:txBody>
      </p:sp>
      <p:sp>
        <p:nvSpPr>
          <p:cNvPr id="1467" name="Google Shape;1467;p30"/>
          <p:cNvSpPr txBox="1"/>
          <p:nvPr>
            <p:ph idx="4294967295" type="subTitle"/>
          </p:nvPr>
        </p:nvSpPr>
        <p:spPr>
          <a:xfrm>
            <a:off x="480425" y="1579001"/>
            <a:ext cx="21753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1. Fine-Tuning Dataset</a:t>
            </a:r>
            <a:endParaRPr b="1" sz="1500"/>
          </a:p>
        </p:txBody>
      </p:sp>
      <p:sp>
        <p:nvSpPr>
          <p:cNvPr id="1468" name="Google Shape;1468;p30"/>
          <p:cNvSpPr txBox="1"/>
          <p:nvPr>
            <p:ph idx="4294967295" type="subTitle"/>
          </p:nvPr>
        </p:nvSpPr>
        <p:spPr>
          <a:xfrm>
            <a:off x="3255750" y="1579001"/>
            <a:ext cx="21753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2. </a:t>
            </a:r>
            <a:r>
              <a:rPr b="1" lang="en" sz="1600"/>
              <a:t>Validation Dataset</a:t>
            </a:r>
            <a:endParaRPr b="1" sz="1600"/>
          </a:p>
        </p:txBody>
      </p:sp>
      <p:sp>
        <p:nvSpPr>
          <p:cNvPr id="1469" name="Google Shape;1469;p30"/>
          <p:cNvSpPr txBox="1"/>
          <p:nvPr>
            <p:ph idx="4294967295" type="subTitle"/>
          </p:nvPr>
        </p:nvSpPr>
        <p:spPr>
          <a:xfrm>
            <a:off x="6031075" y="1579001"/>
            <a:ext cx="21753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3. Test Dataset</a:t>
            </a:r>
            <a:endParaRPr b="1"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Baseline Evaluation</a:t>
            </a:r>
            <a:endParaRPr/>
          </a:p>
        </p:txBody>
      </p:sp>
      <p:graphicFrame>
        <p:nvGraphicFramePr>
          <p:cNvPr id="1475" name="Google Shape;1475;p31"/>
          <p:cNvGraphicFramePr/>
          <p:nvPr/>
        </p:nvGraphicFramePr>
        <p:xfrm>
          <a:off x="1428975" y="1494685"/>
          <a:ext cx="3000000" cy="3000000"/>
        </p:xfrm>
        <a:graphic>
          <a:graphicData uri="http://schemas.openxmlformats.org/drawingml/2006/table">
            <a:tbl>
              <a:tblPr>
                <a:noFill/>
                <a:tableStyleId>{E1D5CD15-0934-4A72-A5C2-932376A0D759}</a:tableStyleId>
              </a:tblPr>
              <a:tblGrid>
                <a:gridCol w="2105125"/>
                <a:gridCol w="2146150"/>
                <a:gridCol w="2146150"/>
              </a:tblGrid>
              <a:tr h="578925">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Samples</a:t>
                      </a:r>
                      <a:endParaRPr sz="1800">
                        <a:solidFill>
                          <a:srgbClr val="4E48AB"/>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Accuracy</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Correct/Total</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New</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25%</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5/20 </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Fine-Tuned</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58%</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12/20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Overall</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43%</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17/40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bl>
          </a:graphicData>
        </a:graphic>
      </p:graphicFrame>
      <p:sp>
        <p:nvSpPr>
          <p:cNvPr id="1476" name="Google Shape;1476;p31"/>
          <p:cNvSpPr txBox="1"/>
          <p:nvPr/>
        </p:nvSpPr>
        <p:spPr>
          <a:xfrm>
            <a:off x="3072000" y="1060075"/>
            <a:ext cx="30000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600">
                <a:solidFill>
                  <a:schemeClr val="dk1"/>
                </a:solidFill>
                <a:latin typeface="Titillium Web"/>
                <a:ea typeface="Titillium Web"/>
                <a:cs typeface="Titillium Web"/>
                <a:sym typeface="Titillium Web"/>
              </a:rPr>
              <a:t>gpt-4o-mini-2024-07-18</a:t>
            </a:r>
            <a:endParaRPr sz="1600">
              <a:solidFill>
                <a:schemeClr val="dk1"/>
              </a:solidFill>
              <a:latin typeface="Titillium Web"/>
              <a:ea typeface="Titillium Web"/>
              <a:cs typeface="Titillium Web"/>
              <a:sym typeface="Titillium Web"/>
            </a:endParaRPr>
          </a:p>
        </p:txBody>
      </p:sp>
      <p:sp>
        <p:nvSpPr>
          <p:cNvPr id="1477" name="Google Shape;1477;p31"/>
          <p:cNvSpPr txBox="1"/>
          <p:nvPr/>
        </p:nvSpPr>
        <p:spPr>
          <a:xfrm>
            <a:off x="1038750" y="4029650"/>
            <a:ext cx="7066500" cy="743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solidFill>
                  <a:schemeClr val="dk1"/>
                </a:solidFill>
                <a:latin typeface="Titillium Web"/>
                <a:ea typeface="Titillium Web"/>
                <a:cs typeface="Titillium Web"/>
                <a:sym typeface="Titillium Web"/>
              </a:rPr>
              <a:t>Prompt: “Suppose that you are a medical diagnosis assistant, skilled in recognizing diseases and prescribing treatments. If a patient has the following condition, give me the most probable diagnosis and the related probability and urgency and rationale for the diagnosis besides suitable treatments. Start your response with Diagnosis: "</a:t>
            </a:r>
            <a:endParaRPr sz="1100">
              <a:solidFill>
                <a:schemeClr val="dk1"/>
              </a:solidFill>
              <a:latin typeface="Titillium Web"/>
              <a:ea typeface="Titillium Web"/>
              <a:cs typeface="Titillium Web"/>
              <a:sym typeface="Titillium Web"/>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Hyperparameters</a:t>
            </a:r>
            <a:endParaRPr/>
          </a:p>
        </p:txBody>
      </p:sp>
      <p:graphicFrame>
        <p:nvGraphicFramePr>
          <p:cNvPr id="1483" name="Google Shape;1483;p32"/>
          <p:cNvGraphicFramePr/>
          <p:nvPr/>
        </p:nvGraphicFramePr>
        <p:xfrm>
          <a:off x="1428975" y="1647085"/>
          <a:ext cx="3000000" cy="3000000"/>
        </p:xfrm>
        <a:graphic>
          <a:graphicData uri="http://schemas.openxmlformats.org/drawingml/2006/table">
            <a:tbl>
              <a:tblPr>
                <a:noFill/>
                <a:tableStyleId>{E1D5CD15-0934-4A72-A5C2-932376A0D759}</a:tableStyleId>
              </a:tblPr>
              <a:tblGrid>
                <a:gridCol w="1517125"/>
                <a:gridCol w="1546700"/>
                <a:gridCol w="1546700"/>
                <a:gridCol w="1546700"/>
              </a:tblGrid>
              <a:tr h="578925">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Model</a:t>
                      </a:r>
                      <a:endParaRPr sz="1800">
                        <a:solidFill>
                          <a:srgbClr val="4E48AB"/>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Learning Rate</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Epochs</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rgbClr val="000000"/>
                        </a:buClr>
                        <a:buSzPts val="1100"/>
                        <a:buFont typeface="Arial"/>
                        <a:buNone/>
                      </a:pPr>
                      <a:r>
                        <a:rPr b="1" lang="en" sz="1800">
                          <a:solidFill>
                            <a:schemeClr val="dk1"/>
                          </a:solidFill>
                          <a:latin typeface="Barlow Semi Condensed"/>
                          <a:ea typeface="Barlow Semi Condensed"/>
                          <a:cs typeface="Barlow Semi Condensed"/>
                          <a:sym typeface="Barlow Semi Condensed"/>
                        </a:rPr>
                        <a:t>Batch</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A (Jing)</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0.4</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5</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8</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B (ShihJu)</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5</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4</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C (Yuting)</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0.4</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7</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4</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7" name="Shape 1487"/>
        <p:cNvGrpSpPr/>
        <p:nvPr/>
      </p:nvGrpSpPr>
      <p:grpSpPr>
        <a:xfrm>
          <a:off x="0" y="0"/>
          <a:ext cx="0" cy="0"/>
          <a:chOff x="0" y="0"/>
          <a:chExt cx="0" cy="0"/>
        </a:xfrm>
      </p:grpSpPr>
      <p:sp>
        <p:nvSpPr>
          <p:cNvPr id="1488" name="Google Shape;1488;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Training Loss</a:t>
            </a:r>
            <a:endParaRPr/>
          </a:p>
        </p:txBody>
      </p:sp>
      <p:pic>
        <p:nvPicPr>
          <p:cNvPr id="1489" name="Google Shape;1489;p33" title="shihju.png"/>
          <p:cNvPicPr preferRelativeResize="0"/>
          <p:nvPr/>
        </p:nvPicPr>
        <p:blipFill rotWithShape="1">
          <a:blip r:embed="rId3">
            <a:alphaModFix/>
          </a:blip>
          <a:srcRect b="0" l="5428" r="0" t="0"/>
          <a:stretch/>
        </p:blipFill>
        <p:spPr>
          <a:xfrm>
            <a:off x="2205575" y="2440404"/>
            <a:ext cx="3173322" cy="1230088"/>
          </a:xfrm>
          <a:prstGeom prst="rect">
            <a:avLst/>
          </a:prstGeom>
          <a:noFill/>
          <a:ln>
            <a:noFill/>
          </a:ln>
        </p:spPr>
      </p:pic>
      <p:pic>
        <p:nvPicPr>
          <p:cNvPr id="1490" name="Google Shape;1490;p33" title="jing.png"/>
          <p:cNvPicPr preferRelativeResize="0"/>
          <p:nvPr/>
        </p:nvPicPr>
        <p:blipFill rotWithShape="1">
          <a:blip r:embed="rId4">
            <a:alphaModFix/>
          </a:blip>
          <a:srcRect b="0" l="5997" r="0" t="0"/>
          <a:stretch/>
        </p:blipFill>
        <p:spPr>
          <a:xfrm>
            <a:off x="2205575" y="1175862"/>
            <a:ext cx="3188417" cy="1174140"/>
          </a:xfrm>
          <a:prstGeom prst="rect">
            <a:avLst/>
          </a:prstGeom>
          <a:noFill/>
          <a:ln>
            <a:noFill/>
          </a:ln>
        </p:spPr>
      </p:pic>
      <p:pic>
        <p:nvPicPr>
          <p:cNvPr id="1491" name="Google Shape;1491;p33" title="yuting.png"/>
          <p:cNvPicPr preferRelativeResize="0"/>
          <p:nvPr/>
        </p:nvPicPr>
        <p:blipFill rotWithShape="1">
          <a:blip r:embed="rId5">
            <a:alphaModFix/>
          </a:blip>
          <a:srcRect b="0" l="3920" r="0" t="0"/>
          <a:stretch/>
        </p:blipFill>
        <p:spPr>
          <a:xfrm>
            <a:off x="2205575" y="3760892"/>
            <a:ext cx="3223824" cy="1204557"/>
          </a:xfrm>
          <a:prstGeom prst="rect">
            <a:avLst/>
          </a:prstGeom>
          <a:noFill/>
          <a:ln>
            <a:noFill/>
          </a:ln>
        </p:spPr>
      </p:pic>
      <p:sp>
        <p:nvSpPr>
          <p:cNvPr id="1492" name="Google Shape;1492;p33"/>
          <p:cNvSpPr txBox="1"/>
          <p:nvPr>
            <p:ph idx="4294967295" type="subTitle"/>
          </p:nvPr>
        </p:nvSpPr>
        <p:spPr>
          <a:xfrm>
            <a:off x="316750" y="1130675"/>
            <a:ext cx="1812600" cy="126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200"/>
              <a:t>Model A</a:t>
            </a:r>
            <a:endParaRPr b="1" sz="1200"/>
          </a:p>
          <a:p>
            <a:pPr indent="0" lvl="0" marL="0" rtl="0" algn="ctr">
              <a:spcBef>
                <a:spcPts val="0"/>
              </a:spcBef>
              <a:spcAft>
                <a:spcPts val="0"/>
              </a:spcAft>
              <a:buNone/>
            </a:pPr>
            <a:r>
              <a:rPr lang="en" sz="1200"/>
              <a:t>Learning Rate:  0.4</a:t>
            </a:r>
            <a:endParaRPr sz="1200"/>
          </a:p>
          <a:p>
            <a:pPr indent="0" lvl="0" marL="0" rtl="0" algn="ctr">
              <a:spcBef>
                <a:spcPts val="0"/>
              </a:spcBef>
              <a:spcAft>
                <a:spcPts val="0"/>
              </a:spcAft>
              <a:buNone/>
            </a:pPr>
            <a:r>
              <a:rPr lang="en" sz="1200"/>
              <a:t>Epochs: 5</a:t>
            </a:r>
            <a:br>
              <a:rPr lang="en" sz="1200"/>
            </a:br>
            <a:r>
              <a:rPr lang="en" sz="1200"/>
              <a:t>Batch Size: 8</a:t>
            </a:r>
            <a:endParaRPr sz="1200"/>
          </a:p>
          <a:p>
            <a:pPr indent="0" lvl="0" marL="0" rtl="0" algn="ctr">
              <a:spcBef>
                <a:spcPts val="0"/>
              </a:spcBef>
              <a:spcAft>
                <a:spcPts val="0"/>
              </a:spcAft>
              <a:buNone/>
            </a:pPr>
            <a:r>
              <a:rPr lang="en" sz="1200"/>
              <a:t>195 Steps</a:t>
            </a:r>
            <a:endParaRPr sz="1200"/>
          </a:p>
        </p:txBody>
      </p:sp>
      <p:sp>
        <p:nvSpPr>
          <p:cNvPr id="1493" name="Google Shape;1493;p33"/>
          <p:cNvSpPr txBox="1"/>
          <p:nvPr>
            <p:ph idx="4294967295" type="subTitle"/>
          </p:nvPr>
        </p:nvSpPr>
        <p:spPr>
          <a:xfrm>
            <a:off x="316750" y="2313325"/>
            <a:ext cx="1812600" cy="126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200"/>
              <a:t>Model B</a:t>
            </a:r>
            <a:endParaRPr b="1" sz="1200"/>
          </a:p>
          <a:p>
            <a:pPr indent="0" lvl="0" marL="0" rtl="0" algn="ctr">
              <a:spcBef>
                <a:spcPts val="0"/>
              </a:spcBef>
              <a:spcAft>
                <a:spcPts val="0"/>
              </a:spcAft>
              <a:buNone/>
            </a:pPr>
            <a:r>
              <a:rPr lang="en" sz="1200"/>
              <a:t>Learning Rate:  1</a:t>
            </a:r>
            <a:endParaRPr sz="1200"/>
          </a:p>
          <a:p>
            <a:pPr indent="0" lvl="0" marL="0" rtl="0" algn="ctr">
              <a:spcBef>
                <a:spcPts val="0"/>
              </a:spcBef>
              <a:spcAft>
                <a:spcPts val="0"/>
              </a:spcAft>
              <a:buNone/>
            </a:pPr>
            <a:r>
              <a:rPr lang="en" sz="1200"/>
              <a:t>Epochs: 5</a:t>
            </a:r>
            <a:br>
              <a:rPr lang="en" sz="1200"/>
            </a:br>
            <a:r>
              <a:rPr lang="en" sz="1200"/>
              <a:t>Batch Size: 4</a:t>
            </a:r>
            <a:endParaRPr sz="1200"/>
          </a:p>
          <a:p>
            <a:pPr indent="0" lvl="0" marL="0" rtl="0" algn="ctr">
              <a:spcBef>
                <a:spcPts val="0"/>
              </a:spcBef>
              <a:spcAft>
                <a:spcPts val="0"/>
              </a:spcAft>
              <a:buNone/>
            </a:pPr>
            <a:r>
              <a:rPr lang="en" sz="1200"/>
              <a:t>390 Steps</a:t>
            </a:r>
            <a:endParaRPr sz="1200"/>
          </a:p>
        </p:txBody>
      </p:sp>
      <p:sp>
        <p:nvSpPr>
          <p:cNvPr id="1494" name="Google Shape;1494;p33"/>
          <p:cNvSpPr txBox="1"/>
          <p:nvPr>
            <p:ph idx="4294967295" type="subTitle"/>
          </p:nvPr>
        </p:nvSpPr>
        <p:spPr>
          <a:xfrm>
            <a:off x="316750" y="3730925"/>
            <a:ext cx="1812600" cy="126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200"/>
              <a:t>Model C</a:t>
            </a:r>
            <a:endParaRPr b="1" sz="1200"/>
          </a:p>
          <a:p>
            <a:pPr indent="0" lvl="0" marL="0" rtl="0" algn="ctr">
              <a:spcBef>
                <a:spcPts val="0"/>
              </a:spcBef>
              <a:spcAft>
                <a:spcPts val="0"/>
              </a:spcAft>
              <a:buNone/>
            </a:pPr>
            <a:r>
              <a:rPr lang="en" sz="1200"/>
              <a:t>Learning Rate:  0.4</a:t>
            </a:r>
            <a:endParaRPr sz="1200"/>
          </a:p>
          <a:p>
            <a:pPr indent="0" lvl="0" marL="0" rtl="0" algn="ctr">
              <a:spcBef>
                <a:spcPts val="0"/>
              </a:spcBef>
              <a:spcAft>
                <a:spcPts val="0"/>
              </a:spcAft>
              <a:buNone/>
            </a:pPr>
            <a:r>
              <a:rPr lang="en" sz="1200"/>
              <a:t>Epochs: 7</a:t>
            </a:r>
            <a:br>
              <a:rPr lang="en" sz="1200"/>
            </a:br>
            <a:r>
              <a:rPr lang="en" sz="1200"/>
              <a:t>Batch Size: 4</a:t>
            </a:r>
            <a:endParaRPr sz="1200"/>
          </a:p>
          <a:p>
            <a:pPr indent="0" lvl="0" marL="0" rtl="0" algn="ctr">
              <a:spcBef>
                <a:spcPts val="0"/>
              </a:spcBef>
              <a:spcAft>
                <a:spcPts val="0"/>
              </a:spcAft>
              <a:buNone/>
            </a:pPr>
            <a:r>
              <a:rPr lang="en" sz="1200"/>
              <a:t>490 Steps</a:t>
            </a:r>
            <a:endParaRPr sz="1200"/>
          </a:p>
        </p:txBody>
      </p:sp>
      <p:sp>
        <p:nvSpPr>
          <p:cNvPr id="1495" name="Google Shape;1495;p33"/>
          <p:cNvSpPr txBox="1"/>
          <p:nvPr>
            <p:ph idx="4294967295" type="subTitle"/>
          </p:nvPr>
        </p:nvSpPr>
        <p:spPr>
          <a:xfrm>
            <a:off x="5609150" y="1526725"/>
            <a:ext cx="3332700" cy="28377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lang="en"/>
              <a:t>Key observations:</a:t>
            </a:r>
            <a:endParaRPr/>
          </a:p>
          <a:p>
            <a:pPr indent="-298450" lvl="0" marL="457200" rtl="0" algn="l">
              <a:spcBef>
                <a:spcPts val="1400"/>
              </a:spcBef>
              <a:spcAft>
                <a:spcPts val="0"/>
              </a:spcAft>
              <a:buClr>
                <a:srgbClr val="000000"/>
              </a:buClr>
              <a:buSzPts val="1100"/>
              <a:buFont typeface="Arial"/>
              <a:buChar char="●"/>
            </a:pPr>
            <a:r>
              <a:rPr lang="en"/>
              <a:t>All three: ~2.5 → ~1.0</a:t>
            </a:r>
            <a:endParaRPr/>
          </a:p>
          <a:p>
            <a:pPr indent="-298450" lvl="0" marL="457200" rtl="0" algn="l">
              <a:spcBef>
                <a:spcPts val="0"/>
              </a:spcBef>
              <a:spcAft>
                <a:spcPts val="0"/>
              </a:spcAft>
              <a:buClr>
                <a:srgbClr val="000000"/>
              </a:buClr>
              <a:buSzPts val="1100"/>
              <a:buFont typeface="Arial"/>
              <a:buChar char="●"/>
            </a:pPr>
            <a:r>
              <a:rPr lang="en"/>
              <a:t>Model A (LR=0.4, BT=8): Smoothest convergence</a:t>
            </a:r>
            <a:endParaRPr/>
          </a:p>
          <a:p>
            <a:pPr indent="-298450" lvl="0" marL="457200" rtl="0" algn="l">
              <a:spcBef>
                <a:spcPts val="0"/>
              </a:spcBef>
              <a:spcAft>
                <a:spcPts val="0"/>
              </a:spcAft>
              <a:buClr>
                <a:srgbClr val="000000"/>
              </a:buClr>
              <a:buSzPts val="1100"/>
              <a:buFont typeface="Arial"/>
              <a:buChar char="●"/>
            </a:pPr>
            <a:r>
              <a:rPr lang="en"/>
              <a:t>Model B (LR=1.0): Fastest drop, most erratic</a:t>
            </a:r>
            <a:endParaRPr/>
          </a:p>
          <a:p>
            <a:pPr indent="-298450" lvl="0" marL="457200" rtl="0" algn="l">
              <a:spcBef>
                <a:spcPts val="0"/>
              </a:spcBef>
              <a:spcAft>
                <a:spcPts val="0"/>
              </a:spcAft>
              <a:buClr>
                <a:srgbClr val="000000"/>
              </a:buClr>
              <a:buSzPts val="1100"/>
              <a:buFont typeface="Arial"/>
              <a:buChar char="●"/>
            </a:pPr>
            <a:r>
              <a:rPr lang="en"/>
              <a:t>Model C (LR=0.4, EP=7): Longest run, training loss drifts below validation loss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Results - Model A</a:t>
            </a:r>
            <a:endParaRPr/>
          </a:p>
        </p:txBody>
      </p:sp>
      <p:graphicFrame>
        <p:nvGraphicFramePr>
          <p:cNvPr id="1501" name="Google Shape;1501;p34"/>
          <p:cNvGraphicFramePr/>
          <p:nvPr/>
        </p:nvGraphicFramePr>
        <p:xfrm>
          <a:off x="1428975" y="1799485"/>
          <a:ext cx="3000000" cy="3000000"/>
        </p:xfrm>
        <a:graphic>
          <a:graphicData uri="http://schemas.openxmlformats.org/drawingml/2006/table">
            <a:tbl>
              <a:tblPr>
                <a:noFill/>
                <a:tableStyleId>{E1D5CD15-0934-4A72-A5C2-932376A0D759}</a:tableStyleId>
              </a:tblPr>
              <a:tblGrid>
                <a:gridCol w="1517125"/>
                <a:gridCol w="1546700"/>
                <a:gridCol w="1546700"/>
                <a:gridCol w="1546700"/>
              </a:tblGrid>
              <a:tr h="578925">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Samples</a:t>
                      </a:r>
                      <a:endParaRPr sz="1800">
                        <a:solidFill>
                          <a:srgbClr val="4E48AB"/>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Before</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After</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rgbClr val="000000"/>
                        </a:buClr>
                        <a:buSzPts val="1100"/>
                        <a:buFont typeface="Arial"/>
                        <a:buNone/>
                      </a:pPr>
                      <a:r>
                        <a:rPr b="1" lang="en" sz="1800">
                          <a:solidFill>
                            <a:schemeClr val="dk1"/>
                          </a:solidFill>
                          <a:latin typeface="Barlow Semi Condensed"/>
                          <a:ea typeface="Barlow Semi Condensed"/>
                          <a:cs typeface="Barlow Semi Condensed"/>
                          <a:sym typeface="Barlow Semi Condensed"/>
                        </a:rPr>
                        <a:t>Net</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New</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5/20 (25%)</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6</a:t>
                      </a:r>
                      <a:r>
                        <a:rPr lang="en">
                          <a:solidFill>
                            <a:schemeClr val="dk1"/>
                          </a:solidFill>
                          <a:latin typeface="Titillium Web"/>
                          <a:ea typeface="Titillium Web"/>
                          <a:cs typeface="Titillium Web"/>
                          <a:sym typeface="Titillium Web"/>
                        </a:rPr>
                        <a:t>/20 (30%)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Fine-Tuned</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11</a:t>
                      </a:r>
                      <a:r>
                        <a:rPr lang="en">
                          <a:solidFill>
                            <a:schemeClr val="dk1"/>
                          </a:solidFill>
                          <a:latin typeface="Titillium Web"/>
                          <a:ea typeface="Titillium Web"/>
                          <a:cs typeface="Titillium Web"/>
                          <a:sym typeface="Titillium Web"/>
                        </a:rPr>
                        <a:t>/20 (55%)</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14</a:t>
                      </a:r>
                      <a:r>
                        <a:rPr lang="en">
                          <a:solidFill>
                            <a:schemeClr val="dk1"/>
                          </a:solidFill>
                          <a:latin typeface="Titillium Web"/>
                          <a:ea typeface="Titillium Web"/>
                          <a:cs typeface="Titillium Web"/>
                          <a:sym typeface="Titillium Web"/>
                        </a:rPr>
                        <a:t>/20 (70%)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+3</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Overall</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16</a:t>
                      </a:r>
                      <a:r>
                        <a:rPr lang="en">
                          <a:solidFill>
                            <a:schemeClr val="dk1"/>
                          </a:solidFill>
                          <a:latin typeface="Titillium Web"/>
                          <a:ea typeface="Titillium Web"/>
                          <a:cs typeface="Titillium Web"/>
                          <a:sym typeface="Titillium Web"/>
                        </a:rPr>
                        <a:t>/40 (40%)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20</a:t>
                      </a:r>
                      <a:r>
                        <a:rPr lang="en">
                          <a:solidFill>
                            <a:schemeClr val="dk1"/>
                          </a:solidFill>
                          <a:latin typeface="Titillium Web"/>
                          <a:ea typeface="Titillium Web"/>
                          <a:cs typeface="Titillium Web"/>
                          <a:sym typeface="Titillium Web"/>
                        </a:rPr>
                        <a:t>/40 (50%)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bl>
          </a:graphicData>
        </a:graphic>
      </p:graphicFrame>
      <p:sp>
        <p:nvSpPr>
          <p:cNvPr id="1502" name="Google Shape;1502;p34"/>
          <p:cNvSpPr txBox="1"/>
          <p:nvPr/>
        </p:nvSpPr>
        <p:spPr>
          <a:xfrm>
            <a:off x="962225" y="1136275"/>
            <a:ext cx="70662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600">
                <a:solidFill>
                  <a:schemeClr val="dk1"/>
                </a:solidFill>
                <a:latin typeface="Titillium Web"/>
                <a:ea typeface="Titillium Web"/>
                <a:cs typeface="Titillium Web"/>
                <a:sym typeface="Titillium Web"/>
              </a:rPr>
              <a:t>Learning Rate = 0.4   Epochs = 5   Batch Size = 8</a:t>
            </a:r>
            <a:endParaRPr sz="1600">
              <a:solidFill>
                <a:schemeClr val="dk1"/>
              </a:solidFill>
              <a:latin typeface="Titillium Web"/>
              <a:ea typeface="Titillium Web"/>
              <a:cs typeface="Titillium Web"/>
              <a:sym typeface="Titillium Web"/>
            </a:endParaRPr>
          </a:p>
        </p:txBody>
      </p:sp>
      <p:sp>
        <p:nvSpPr>
          <p:cNvPr id="1503" name="Google Shape;1503;p34"/>
          <p:cNvSpPr txBox="1"/>
          <p:nvPr/>
        </p:nvSpPr>
        <p:spPr>
          <a:xfrm>
            <a:off x="1038900" y="4350275"/>
            <a:ext cx="70662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600">
                <a:solidFill>
                  <a:schemeClr val="dk1"/>
                </a:solidFill>
                <a:latin typeface="Titillium Web"/>
                <a:ea typeface="Titillium Web"/>
                <a:cs typeface="Titillium Web"/>
                <a:sym typeface="Titillium Web"/>
              </a:rPr>
              <a:t>Wrong → Correct: 4        Correct → Wrong: 0</a:t>
            </a:r>
            <a:endParaRPr sz="1600">
              <a:solidFill>
                <a:schemeClr val="dk1"/>
              </a:solidFill>
              <a:latin typeface="Titillium Web"/>
              <a:ea typeface="Titillium Web"/>
              <a:cs typeface="Titillium Web"/>
              <a:sym typeface="Titillium Web"/>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sp>
        <p:nvSpPr>
          <p:cNvPr id="1508" name="Google Shape;1508;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Results - Model B</a:t>
            </a:r>
            <a:endParaRPr/>
          </a:p>
        </p:txBody>
      </p:sp>
      <p:graphicFrame>
        <p:nvGraphicFramePr>
          <p:cNvPr id="1509" name="Google Shape;1509;p35"/>
          <p:cNvGraphicFramePr/>
          <p:nvPr/>
        </p:nvGraphicFramePr>
        <p:xfrm>
          <a:off x="1428975" y="1799485"/>
          <a:ext cx="3000000" cy="3000000"/>
        </p:xfrm>
        <a:graphic>
          <a:graphicData uri="http://schemas.openxmlformats.org/drawingml/2006/table">
            <a:tbl>
              <a:tblPr>
                <a:noFill/>
                <a:tableStyleId>{E1D5CD15-0934-4A72-A5C2-932376A0D759}</a:tableStyleId>
              </a:tblPr>
              <a:tblGrid>
                <a:gridCol w="1517125"/>
                <a:gridCol w="1546700"/>
                <a:gridCol w="1546700"/>
                <a:gridCol w="1546700"/>
              </a:tblGrid>
              <a:tr h="578925">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Samples</a:t>
                      </a:r>
                      <a:endParaRPr sz="1800">
                        <a:solidFill>
                          <a:srgbClr val="4E48AB"/>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Before</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After</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rgbClr val="000000"/>
                        </a:buClr>
                        <a:buSzPts val="1100"/>
                        <a:buFont typeface="Arial"/>
                        <a:buNone/>
                      </a:pPr>
                      <a:r>
                        <a:rPr b="1" lang="en" sz="1800">
                          <a:solidFill>
                            <a:schemeClr val="dk1"/>
                          </a:solidFill>
                          <a:latin typeface="Barlow Semi Condensed"/>
                          <a:ea typeface="Barlow Semi Condensed"/>
                          <a:cs typeface="Barlow Semi Condensed"/>
                          <a:sym typeface="Barlow Semi Condensed"/>
                        </a:rPr>
                        <a:t>Net</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New</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6</a:t>
                      </a:r>
                      <a:r>
                        <a:rPr lang="en">
                          <a:solidFill>
                            <a:schemeClr val="dk1"/>
                          </a:solidFill>
                          <a:latin typeface="Titillium Web"/>
                          <a:ea typeface="Titillium Web"/>
                          <a:cs typeface="Titillium Web"/>
                          <a:sym typeface="Titillium Web"/>
                        </a:rPr>
                        <a:t>/20 (30%)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6/20 (30%)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Fine-Tuned</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12</a:t>
                      </a:r>
                      <a:r>
                        <a:rPr lang="en">
                          <a:solidFill>
                            <a:schemeClr val="dk1"/>
                          </a:solidFill>
                          <a:latin typeface="Titillium Web"/>
                          <a:ea typeface="Titillium Web"/>
                          <a:cs typeface="Titillium Web"/>
                          <a:sym typeface="Titillium Web"/>
                        </a:rPr>
                        <a:t>/20 (60%)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12</a:t>
                      </a:r>
                      <a:r>
                        <a:rPr lang="en">
                          <a:solidFill>
                            <a:schemeClr val="dk1"/>
                          </a:solidFill>
                          <a:latin typeface="Titillium Web"/>
                          <a:ea typeface="Titillium Web"/>
                          <a:cs typeface="Titillium Web"/>
                          <a:sym typeface="Titillium Web"/>
                        </a:rPr>
                        <a:t>/20 (60%)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Overall</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18</a:t>
                      </a:r>
                      <a:r>
                        <a:rPr lang="en">
                          <a:solidFill>
                            <a:schemeClr val="dk1"/>
                          </a:solidFill>
                          <a:latin typeface="Titillium Web"/>
                          <a:ea typeface="Titillium Web"/>
                          <a:cs typeface="Titillium Web"/>
                          <a:sym typeface="Titillium Web"/>
                        </a:rPr>
                        <a:t>/40 (45%)</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18</a:t>
                      </a:r>
                      <a:r>
                        <a:rPr lang="en">
                          <a:solidFill>
                            <a:schemeClr val="dk1"/>
                          </a:solidFill>
                          <a:latin typeface="Titillium Web"/>
                          <a:ea typeface="Titillium Web"/>
                          <a:cs typeface="Titillium Web"/>
                          <a:sym typeface="Titillium Web"/>
                        </a:rPr>
                        <a:t>/40 (45%)</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bl>
          </a:graphicData>
        </a:graphic>
      </p:graphicFrame>
      <p:sp>
        <p:nvSpPr>
          <p:cNvPr id="1510" name="Google Shape;1510;p35"/>
          <p:cNvSpPr txBox="1"/>
          <p:nvPr/>
        </p:nvSpPr>
        <p:spPr>
          <a:xfrm>
            <a:off x="962225" y="1136275"/>
            <a:ext cx="70662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600">
                <a:solidFill>
                  <a:schemeClr val="dk1"/>
                </a:solidFill>
                <a:latin typeface="Titillium Web"/>
                <a:ea typeface="Titillium Web"/>
                <a:cs typeface="Titillium Web"/>
                <a:sym typeface="Titillium Web"/>
              </a:rPr>
              <a:t>Learning Rate = 1   Epochs = 5   Batch Size = 4</a:t>
            </a:r>
            <a:endParaRPr sz="1600">
              <a:solidFill>
                <a:schemeClr val="dk1"/>
              </a:solidFill>
              <a:latin typeface="Titillium Web"/>
              <a:ea typeface="Titillium Web"/>
              <a:cs typeface="Titillium Web"/>
              <a:sym typeface="Titillium Web"/>
            </a:endParaRPr>
          </a:p>
        </p:txBody>
      </p:sp>
      <p:sp>
        <p:nvSpPr>
          <p:cNvPr id="1511" name="Google Shape;1511;p35"/>
          <p:cNvSpPr txBox="1"/>
          <p:nvPr/>
        </p:nvSpPr>
        <p:spPr>
          <a:xfrm>
            <a:off x="1038900" y="4350275"/>
            <a:ext cx="70662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600">
                <a:solidFill>
                  <a:schemeClr val="dk1"/>
                </a:solidFill>
                <a:latin typeface="Titillium Web"/>
                <a:ea typeface="Titillium Web"/>
                <a:cs typeface="Titillium Web"/>
                <a:sym typeface="Titillium Web"/>
              </a:rPr>
              <a:t>Wrong → Correct: 1        Correct → Wrong: 1</a:t>
            </a:r>
            <a:endParaRPr sz="1600">
              <a:solidFill>
                <a:schemeClr val="dk1"/>
              </a:solidFill>
              <a:latin typeface="Titillium Web"/>
              <a:ea typeface="Titillium Web"/>
              <a:cs typeface="Titillium Web"/>
              <a:sym typeface="Titillium Web"/>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Results - Model C</a:t>
            </a:r>
            <a:endParaRPr/>
          </a:p>
        </p:txBody>
      </p:sp>
      <p:graphicFrame>
        <p:nvGraphicFramePr>
          <p:cNvPr id="1517" name="Google Shape;1517;p36"/>
          <p:cNvGraphicFramePr/>
          <p:nvPr/>
        </p:nvGraphicFramePr>
        <p:xfrm>
          <a:off x="1428975" y="1799485"/>
          <a:ext cx="3000000" cy="3000000"/>
        </p:xfrm>
        <a:graphic>
          <a:graphicData uri="http://schemas.openxmlformats.org/drawingml/2006/table">
            <a:tbl>
              <a:tblPr>
                <a:noFill/>
                <a:tableStyleId>{E1D5CD15-0934-4A72-A5C2-932376A0D759}</a:tableStyleId>
              </a:tblPr>
              <a:tblGrid>
                <a:gridCol w="1517125"/>
                <a:gridCol w="1546700"/>
                <a:gridCol w="1546700"/>
                <a:gridCol w="1546700"/>
              </a:tblGrid>
              <a:tr h="578925">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Samples</a:t>
                      </a:r>
                      <a:endParaRPr sz="1800">
                        <a:solidFill>
                          <a:srgbClr val="4E48AB"/>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Before</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After</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rgbClr val="000000"/>
                        </a:buClr>
                        <a:buSzPts val="1100"/>
                        <a:buFont typeface="Arial"/>
                        <a:buNone/>
                      </a:pPr>
                      <a:r>
                        <a:rPr b="1" lang="en" sz="1800">
                          <a:solidFill>
                            <a:schemeClr val="dk1"/>
                          </a:solidFill>
                          <a:latin typeface="Barlow Semi Condensed"/>
                          <a:ea typeface="Barlow Semi Condensed"/>
                          <a:cs typeface="Barlow Semi Condensed"/>
                          <a:sym typeface="Barlow Semi Condensed"/>
                        </a:rPr>
                        <a:t>Net</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New</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4</a:t>
                      </a:r>
                      <a:r>
                        <a:rPr lang="en">
                          <a:solidFill>
                            <a:schemeClr val="dk1"/>
                          </a:solidFill>
                          <a:latin typeface="Titillium Web"/>
                          <a:ea typeface="Titillium Web"/>
                          <a:cs typeface="Titillium Web"/>
                          <a:sym typeface="Titillium Web"/>
                        </a:rPr>
                        <a:t>/20 (20%)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5</a:t>
                      </a:r>
                      <a:r>
                        <a:rPr lang="en">
                          <a:solidFill>
                            <a:schemeClr val="dk1"/>
                          </a:solidFill>
                          <a:latin typeface="Titillium Web"/>
                          <a:ea typeface="Titillium Web"/>
                          <a:cs typeface="Titillium Web"/>
                          <a:sym typeface="Titillium Web"/>
                        </a:rPr>
                        <a:t>/20 (25%)</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Fine-Tuned</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12/20 (60%)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14/20 (70%)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+2</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Overall</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16/40 (40%)</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19/40 (48%)</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+8</a:t>
                      </a:r>
                      <a:r>
                        <a:rPr lang="en">
                          <a:solidFill>
                            <a:schemeClr val="dk1"/>
                          </a:solidFill>
                          <a:latin typeface="Titillium Web"/>
                          <a:ea typeface="Titillium Web"/>
                          <a:cs typeface="Titillium Web"/>
                          <a:sym typeface="Titillium Web"/>
                        </a:rPr>
                        <a:t>%</a:t>
                      </a:r>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bl>
          </a:graphicData>
        </a:graphic>
      </p:graphicFrame>
      <p:sp>
        <p:nvSpPr>
          <p:cNvPr id="1518" name="Google Shape;1518;p36"/>
          <p:cNvSpPr txBox="1"/>
          <p:nvPr/>
        </p:nvSpPr>
        <p:spPr>
          <a:xfrm>
            <a:off x="962225" y="1136275"/>
            <a:ext cx="70662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600">
                <a:solidFill>
                  <a:schemeClr val="dk1"/>
                </a:solidFill>
                <a:latin typeface="Titillium Web"/>
                <a:ea typeface="Titillium Web"/>
                <a:cs typeface="Titillium Web"/>
                <a:sym typeface="Titillium Web"/>
              </a:rPr>
              <a:t>Learning Rate = 0.4   Epochs = 7   Batch Size = 4</a:t>
            </a:r>
            <a:endParaRPr sz="1600">
              <a:solidFill>
                <a:schemeClr val="dk1"/>
              </a:solidFill>
              <a:latin typeface="Titillium Web"/>
              <a:ea typeface="Titillium Web"/>
              <a:cs typeface="Titillium Web"/>
              <a:sym typeface="Titillium Web"/>
            </a:endParaRPr>
          </a:p>
        </p:txBody>
      </p:sp>
      <p:sp>
        <p:nvSpPr>
          <p:cNvPr id="1519" name="Google Shape;1519;p36"/>
          <p:cNvSpPr txBox="1"/>
          <p:nvPr/>
        </p:nvSpPr>
        <p:spPr>
          <a:xfrm>
            <a:off x="1038900" y="4350275"/>
            <a:ext cx="70662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600">
                <a:solidFill>
                  <a:schemeClr val="dk1"/>
                </a:solidFill>
                <a:latin typeface="Titillium Web"/>
                <a:ea typeface="Titillium Web"/>
                <a:cs typeface="Titillium Web"/>
                <a:sym typeface="Titillium Web"/>
              </a:rPr>
              <a:t>Wrong → Correct: 6        Correct → Wrong: 3</a:t>
            </a:r>
            <a:endParaRPr sz="1600">
              <a:solidFill>
                <a:schemeClr val="dk1"/>
              </a:solidFill>
              <a:latin typeface="Titillium Web"/>
              <a:ea typeface="Titillium Web"/>
              <a:cs typeface="Titillium Web"/>
              <a:sym typeface="Titillium Web"/>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Group Comparison</a:t>
            </a:r>
            <a:endParaRPr/>
          </a:p>
        </p:txBody>
      </p:sp>
      <p:graphicFrame>
        <p:nvGraphicFramePr>
          <p:cNvPr id="1525" name="Google Shape;1525;p37"/>
          <p:cNvGraphicFramePr/>
          <p:nvPr/>
        </p:nvGraphicFramePr>
        <p:xfrm>
          <a:off x="1428975" y="1647085"/>
          <a:ext cx="3000000" cy="3000000"/>
        </p:xfrm>
        <a:graphic>
          <a:graphicData uri="http://schemas.openxmlformats.org/drawingml/2006/table">
            <a:tbl>
              <a:tblPr>
                <a:noFill/>
                <a:tableStyleId>{E1D5CD15-0934-4A72-A5C2-932376A0D759}</a:tableStyleId>
              </a:tblPr>
              <a:tblGrid>
                <a:gridCol w="1212525"/>
                <a:gridCol w="1236175"/>
                <a:gridCol w="1236175"/>
                <a:gridCol w="1236175"/>
                <a:gridCol w="1236175"/>
              </a:tblGrid>
              <a:tr h="578925">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Model</a:t>
                      </a:r>
                      <a:endParaRPr sz="1800">
                        <a:solidFill>
                          <a:srgbClr val="4E48AB"/>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Before</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After</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rgbClr val="000000"/>
                        </a:buClr>
                        <a:buSzPts val="1100"/>
                        <a:buFont typeface="Arial"/>
                        <a:buNone/>
                      </a:pPr>
                      <a:r>
                        <a:rPr b="1" lang="en" sz="1800">
                          <a:solidFill>
                            <a:schemeClr val="dk1"/>
                          </a:solidFill>
                          <a:latin typeface="Barlow Semi Condensed"/>
                          <a:ea typeface="Barlow Semi Condensed"/>
                          <a:cs typeface="Barlow Semi Condensed"/>
                          <a:sym typeface="Barlow Semi Condensed"/>
                        </a:rPr>
                        <a:t>Change</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Correct→ Wrong</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A</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40%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50%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B</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45%</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45%</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C</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40%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48%</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8%</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3</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Breakdown by Sample Type</a:t>
            </a:r>
            <a:endParaRPr/>
          </a:p>
        </p:txBody>
      </p:sp>
      <p:graphicFrame>
        <p:nvGraphicFramePr>
          <p:cNvPr id="1531" name="Google Shape;1531;p38"/>
          <p:cNvGraphicFramePr/>
          <p:nvPr/>
        </p:nvGraphicFramePr>
        <p:xfrm>
          <a:off x="1428975" y="1647085"/>
          <a:ext cx="3000000" cy="3000000"/>
        </p:xfrm>
        <a:graphic>
          <a:graphicData uri="http://schemas.openxmlformats.org/drawingml/2006/table">
            <a:tbl>
              <a:tblPr>
                <a:noFill/>
                <a:tableStyleId>{E1D5CD15-0934-4A72-A5C2-932376A0D759}</a:tableStyleId>
              </a:tblPr>
              <a:tblGrid>
                <a:gridCol w="1212525"/>
                <a:gridCol w="1236175"/>
                <a:gridCol w="1236175"/>
                <a:gridCol w="1236175"/>
                <a:gridCol w="1236175"/>
              </a:tblGrid>
              <a:tr h="578925">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Model</a:t>
                      </a:r>
                      <a:endParaRPr sz="1800">
                        <a:solidFill>
                          <a:srgbClr val="4E48AB"/>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New </a:t>
                      </a:r>
                      <a:r>
                        <a:rPr b="1" lang="en" sz="1800">
                          <a:solidFill>
                            <a:schemeClr val="dk1"/>
                          </a:solidFill>
                          <a:latin typeface="Barlow Semi Condensed"/>
                          <a:ea typeface="Barlow Semi Condensed"/>
                          <a:cs typeface="Barlow Semi Condensed"/>
                          <a:sym typeface="Barlow Semi Condensed"/>
                        </a:rPr>
                        <a:t>Before</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New </a:t>
                      </a:r>
                      <a:r>
                        <a:rPr b="1" lang="en" sz="1800">
                          <a:solidFill>
                            <a:schemeClr val="dk1"/>
                          </a:solidFill>
                          <a:latin typeface="Barlow Semi Condensed"/>
                          <a:ea typeface="Barlow Semi Condensed"/>
                          <a:cs typeface="Barlow Semi Condensed"/>
                          <a:sym typeface="Barlow Semi Condensed"/>
                        </a:rPr>
                        <a:t>After</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rgbClr val="000000"/>
                        </a:buClr>
                        <a:buSzPts val="1100"/>
                        <a:buFont typeface="Arial"/>
                        <a:buNone/>
                      </a:pPr>
                      <a:r>
                        <a:rPr b="1" lang="en" sz="1800">
                          <a:solidFill>
                            <a:schemeClr val="dk1"/>
                          </a:solidFill>
                          <a:latin typeface="Barlow Semi Condensed"/>
                          <a:ea typeface="Barlow Semi Condensed"/>
                          <a:cs typeface="Barlow Semi Condensed"/>
                          <a:sym typeface="Barlow Semi Condensed"/>
                        </a:rPr>
                        <a:t>FT Before</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FT After</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A</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25%</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30%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55%</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70%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B</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30%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30%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6</a:t>
                      </a:r>
                      <a:r>
                        <a:rPr lang="en">
                          <a:solidFill>
                            <a:schemeClr val="dk1"/>
                          </a:solidFill>
                          <a:latin typeface="Titillium Web"/>
                          <a:ea typeface="Titillium Web"/>
                          <a:cs typeface="Titillium Web"/>
                          <a:sym typeface="Titillium Web"/>
                        </a:rPr>
                        <a:t>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60%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C</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2</a:t>
                      </a:r>
                      <a:r>
                        <a:rPr lang="en">
                          <a:solidFill>
                            <a:schemeClr val="dk1"/>
                          </a:solidFill>
                          <a:latin typeface="Titillium Web"/>
                          <a:ea typeface="Titillium Web"/>
                          <a:cs typeface="Titillium Web"/>
                          <a:sym typeface="Titillium Web"/>
                        </a:rPr>
                        <a:t>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25</a:t>
                      </a:r>
                      <a:r>
                        <a:rPr lang="en">
                          <a:solidFill>
                            <a:schemeClr val="dk1"/>
                          </a:solidFill>
                          <a:latin typeface="Titillium Web"/>
                          <a:ea typeface="Titillium Web"/>
                          <a:cs typeface="Titillium Web"/>
                          <a:sym typeface="Titillium Web"/>
                        </a:rPr>
                        <a:t>%</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60</a:t>
                      </a:r>
                      <a:r>
                        <a:rPr lang="en">
                          <a:solidFill>
                            <a:schemeClr val="dk1"/>
                          </a:solidFill>
                          <a:latin typeface="Titillium Web"/>
                          <a:ea typeface="Titillium Web"/>
                          <a:cs typeface="Titillium Web"/>
                          <a:sym typeface="Titillium Web"/>
                        </a:rPr>
                        <a:t>%</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70%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sp>
        <p:nvSpPr>
          <p:cNvPr id="1536" name="Google Shape;1536;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Stability Analysis</a:t>
            </a:r>
            <a:endParaRPr/>
          </a:p>
        </p:txBody>
      </p:sp>
      <p:graphicFrame>
        <p:nvGraphicFramePr>
          <p:cNvPr id="1537" name="Google Shape;1537;p39"/>
          <p:cNvGraphicFramePr/>
          <p:nvPr/>
        </p:nvGraphicFramePr>
        <p:xfrm>
          <a:off x="1431100" y="1656785"/>
          <a:ext cx="3000000" cy="3000000"/>
        </p:xfrm>
        <a:graphic>
          <a:graphicData uri="http://schemas.openxmlformats.org/drawingml/2006/table">
            <a:tbl>
              <a:tblPr>
                <a:noFill/>
                <a:tableStyleId>{E1D5CD15-0934-4A72-A5C2-932376A0D759}</a:tableStyleId>
              </a:tblPr>
              <a:tblGrid>
                <a:gridCol w="1547800"/>
                <a:gridCol w="1578000"/>
                <a:gridCol w="1578000"/>
                <a:gridCol w="1578000"/>
              </a:tblGrid>
              <a:tr h="679900">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Model</a:t>
                      </a:r>
                      <a:endParaRPr sz="1800">
                        <a:solidFill>
                          <a:srgbClr val="4E48AB"/>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Wrong → Correct</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800">
                          <a:solidFill>
                            <a:schemeClr val="dk1"/>
                          </a:solidFill>
                          <a:latin typeface="Barlow Semi Condensed"/>
                          <a:ea typeface="Barlow Semi Condensed"/>
                          <a:cs typeface="Barlow Semi Condensed"/>
                          <a:sym typeface="Barlow Semi Condensed"/>
                        </a:rPr>
                        <a:t>Correct → Wrong</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rgbClr val="000000"/>
                        </a:buClr>
                        <a:buSzPts val="1100"/>
                        <a:buFont typeface="Arial"/>
                        <a:buNone/>
                      </a:pPr>
                      <a:r>
                        <a:rPr b="1" lang="en" sz="1800">
                          <a:solidFill>
                            <a:schemeClr val="dk1"/>
                          </a:solidFill>
                          <a:latin typeface="Barlow Semi Condensed"/>
                          <a:ea typeface="Barlow Semi Condensed"/>
                          <a:cs typeface="Barlow Semi Condensed"/>
                          <a:sym typeface="Barlow Semi Condensed"/>
                        </a:rPr>
                        <a:t>Net Gain</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A</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4</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4</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B</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1</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0</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01600">
                <a:tc>
                  <a:txBody>
                    <a:bodyPr/>
                    <a:lstStyle/>
                    <a:p>
                      <a:pPr indent="0" lvl="0" marL="0" rtl="0" algn="ctr">
                        <a:spcBef>
                          <a:spcPts val="0"/>
                        </a:spcBef>
                        <a:spcAft>
                          <a:spcPts val="0"/>
                        </a:spcAft>
                        <a:buNone/>
                      </a:pPr>
                      <a:r>
                        <a:rPr lang="en" sz="1800">
                          <a:solidFill>
                            <a:srgbClr val="4E48AB"/>
                          </a:solidFill>
                          <a:latin typeface="Titillium Web"/>
                          <a:ea typeface="Titillium Web"/>
                          <a:cs typeface="Titillium Web"/>
                          <a:sym typeface="Titillium Web"/>
                        </a:rPr>
                        <a:t>C</a:t>
                      </a:r>
                      <a:endParaRPr b="1" sz="1800">
                        <a:solidFill>
                          <a:schemeClr val="dk1"/>
                        </a:solidFill>
                        <a:latin typeface="Barlow Semi Condensed"/>
                        <a:ea typeface="Barlow Semi Condensed"/>
                        <a:cs typeface="Barlow Semi Condensed"/>
                        <a:sym typeface="Barlow Semi Condensed"/>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6</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3</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1"/>
                          </a:solidFill>
                          <a:latin typeface="Titillium Web"/>
                          <a:ea typeface="Titillium Web"/>
                          <a:cs typeface="Titillium Web"/>
                          <a:sym typeface="Titillium Web"/>
                        </a:rPr>
                        <a:t>3</a:t>
                      </a:r>
                      <a:endParaRPr>
                        <a:solidFill>
                          <a:schemeClr val="dk1"/>
                        </a:solidFill>
                        <a:latin typeface="Titillium Web"/>
                        <a:ea typeface="Titillium Web"/>
                        <a:cs typeface="Titillium Web"/>
                        <a:sym typeface="Titillium Web"/>
                      </a:endParaRPr>
                    </a:p>
                  </a:txBody>
                  <a:tcPr marT="68575" marB="685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1" name="Shape 1541"/>
        <p:cNvGrpSpPr/>
        <p:nvPr/>
      </p:nvGrpSpPr>
      <p:grpSpPr>
        <a:xfrm>
          <a:off x="0" y="0"/>
          <a:ext cx="0" cy="0"/>
          <a:chOff x="0" y="0"/>
          <a:chExt cx="0" cy="0"/>
        </a:xfrm>
      </p:grpSpPr>
      <p:sp>
        <p:nvSpPr>
          <p:cNvPr id="1542" name="Google Shape;1542;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Key Findings</a:t>
            </a:r>
            <a:endParaRPr/>
          </a:p>
        </p:txBody>
      </p:sp>
      <p:sp>
        <p:nvSpPr>
          <p:cNvPr id="1543" name="Google Shape;1543;p40"/>
          <p:cNvSpPr txBox="1"/>
          <p:nvPr>
            <p:ph idx="2" type="subTitle"/>
          </p:nvPr>
        </p:nvSpPr>
        <p:spPr>
          <a:xfrm>
            <a:off x="217550" y="2181950"/>
            <a:ext cx="2688600" cy="361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Moderate LR (0.4) + larger batch size (8) = best accuracy and stability</a:t>
            </a:r>
            <a:endParaRPr/>
          </a:p>
          <a:p>
            <a:pPr indent="-317500" lvl="0" marL="457200" rtl="0" algn="l">
              <a:spcBef>
                <a:spcPts val="0"/>
              </a:spcBef>
              <a:spcAft>
                <a:spcPts val="0"/>
              </a:spcAft>
              <a:buSzPts val="1400"/>
              <a:buChar char="-"/>
            </a:pPr>
            <a:r>
              <a:rPr lang="en"/>
              <a:t>High LR (1.0) = no improvement, too aggressive for this task</a:t>
            </a:r>
            <a:endParaRPr/>
          </a:p>
          <a:p>
            <a:pPr indent="-317500" lvl="0" marL="457200" rtl="0" algn="l">
              <a:spcBef>
                <a:spcPts val="0"/>
              </a:spcBef>
              <a:spcAft>
                <a:spcPts val="0"/>
              </a:spcAft>
              <a:buSzPts val="1400"/>
              <a:buChar char="-"/>
            </a:pPr>
            <a:r>
              <a:rPr lang="en"/>
              <a:t>More epochs (7) = more learning but also more forgetting</a:t>
            </a:r>
            <a:endParaRPr/>
          </a:p>
        </p:txBody>
      </p:sp>
      <p:sp>
        <p:nvSpPr>
          <p:cNvPr id="1544" name="Google Shape;1544;p40"/>
          <p:cNvSpPr txBox="1"/>
          <p:nvPr>
            <p:ph idx="3" type="title"/>
          </p:nvPr>
        </p:nvSpPr>
        <p:spPr>
          <a:xfrm>
            <a:off x="224325" y="1727495"/>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1545" name="Google Shape;1545;p40"/>
          <p:cNvSpPr txBox="1"/>
          <p:nvPr>
            <p:ph idx="1" type="subTitle"/>
          </p:nvPr>
        </p:nvSpPr>
        <p:spPr>
          <a:xfrm>
            <a:off x="959025" y="1727500"/>
            <a:ext cx="23649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Hyperparameters</a:t>
            </a:r>
            <a:endParaRPr/>
          </a:p>
        </p:txBody>
      </p:sp>
      <p:sp>
        <p:nvSpPr>
          <p:cNvPr id="1546" name="Google Shape;1546;p40"/>
          <p:cNvSpPr txBox="1"/>
          <p:nvPr>
            <p:ph idx="4" type="subTitle"/>
          </p:nvPr>
        </p:nvSpPr>
        <p:spPr>
          <a:xfrm>
            <a:off x="4160875" y="1727500"/>
            <a:ext cx="2891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Model Behavior</a:t>
            </a:r>
            <a:endParaRPr/>
          </a:p>
        </p:txBody>
      </p:sp>
      <p:sp>
        <p:nvSpPr>
          <p:cNvPr id="1547" name="Google Shape;1547;p40"/>
          <p:cNvSpPr txBox="1"/>
          <p:nvPr>
            <p:ph idx="5" type="subTitle"/>
          </p:nvPr>
        </p:nvSpPr>
        <p:spPr>
          <a:xfrm>
            <a:off x="3419400" y="2181950"/>
            <a:ext cx="2760900" cy="361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Fine-tuned samples improved significantly, new samples barely moved</a:t>
            </a:r>
            <a:endParaRPr/>
          </a:p>
          <a:p>
            <a:pPr indent="-317500" lvl="0" marL="457200" rtl="0" algn="l">
              <a:spcBef>
                <a:spcPts val="0"/>
              </a:spcBef>
              <a:spcAft>
                <a:spcPts val="0"/>
              </a:spcAft>
              <a:buSzPts val="1400"/>
              <a:buChar char="-"/>
            </a:pPr>
            <a:r>
              <a:rPr lang="en"/>
              <a:t>Fine-tuning specializes the model on its training distribution, it doesn't generalize</a:t>
            </a:r>
            <a:endParaRPr/>
          </a:p>
          <a:p>
            <a:pPr indent="0" lvl="0" marL="0" rtl="0" algn="l">
              <a:spcBef>
                <a:spcPts val="0"/>
              </a:spcBef>
              <a:spcAft>
                <a:spcPts val="0"/>
              </a:spcAft>
              <a:buNone/>
            </a:pPr>
            <a:r>
              <a:t/>
            </a:r>
            <a:endParaRPr/>
          </a:p>
        </p:txBody>
      </p:sp>
      <p:sp>
        <p:nvSpPr>
          <p:cNvPr id="1548" name="Google Shape;1548;p40"/>
          <p:cNvSpPr txBox="1"/>
          <p:nvPr>
            <p:ph idx="6" type="title"/>
          </p:nvPr>
        </p:nvSpPr>
        <p:spPr>
          <a:xfrm>
            <a:off x="3426175" y="1727495"/>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1549" name="Google Shape;1549;p40"/>
          <p:cNvSpPr txBox="1"/>
          <p:nvPr>
            <p:ph idx="7" type="subTitle"/>
          </p:nvPr>
        </p:nvSpPr>
        <p:spPr>
          <a:xfrm>
            <a:off x="7179424" y="1727500"/>
            <a:ext cx="2891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Model A</a:t>
            </a:r>
            <a:endParaRPr/>
          </a:p>
        </p:txBody>
      </p:sp>
      <p:sp>
        <p:nvSpPr>
          <p:cNvPr id="1550" name="Google Shape;1550;p40"/>
          <p:cNvSpPr txBox="1"/>
          <p:nvPr>
            <p:ph idx="8" type="subTitle"/>
          </p:nvPr>
        </p:nvSpPr>
        <p:spPr>
          <a:xfrm>
            <a:off x="6437950" y="2181950"/>
            <a:ext cx="2688600" cy="361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Highest accuracy (50%), largest gain (+10%), zero correct → wrong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51" name="Google Shape;1551;p40"/>
          <p:cNvSpPr txBox="1"/>
          <p:nvPr>
            <p:ph idx="9" type="title"/>
          </p:nvPr>
        </p:nvSpPr>
        <p:spPr>
          <a:xfrm>
            <a:off x="6444725" y="1727495"/>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5" name="Shape 1555"/>
        <p:cNvGrpSpPr/>
        <p:nvPr/>
      </p:nvGrpSpPr>
      <p:grpSpPr>
        <a:xfrm>
          <a:off x="0" y="0"/>
          <a:ext cx="0" cy="0"/>
          <a:chOff x="0" y="0"/>
          <a:chExt cx="0" cy="0"/>
        </a:xfrm>
      </p:grpSpPr>
      <p:sp>
        <p:nvSpPr>
          <p:cNvPr id="1556" name="Google Shape;1556;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Model A Performed Best?</a:t>
            </a:r>
            <a:endParaRPr/>
          </a:p>
        </p:txBody>
      </p:sp>
      <p:sp>
        <p:nvSpPr>
          <p:cNvPr id="1557" name="Google Shape;1557;p41"/>
          <p:cNvSpPr txBox="1"/>
          <p:nvPr>
            <p:ph idx="2" type="subTitle"/>
          </p:nvPr>
        </p:nvSpPr>
        <p:spPr>
          <a:xfrm>
            <a:off x="217550" y="2181950"/>
            <a:ext cx="2688600" cy="361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Moderate learning rate avoids overshooting optimal weights, unlike LR=1.0 which caused instability</a:t>
            </a:r>
            <a:endParaRPr/>
          </a:p>
        </p:txBody>
      </p:sp>
      <p:sp>
        <p:nvSpPr>
          <p:cNvPr id="1558" name="Google Shape;1558;p41"/>
          <p:cNvSpPr txBox="1"/>
          <p:nvPr>
            <p:ph idx="3" type="title"/>
          </p:nvPr>
        </p:nvSpPr>
        <p:spPr>
          <a:xfrm>
            <a:off x="224325" y="1727495"/>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1559" name="Google Shape;1559;p41"/>
          <p:cNvSpPr txBox="1"/>
          <p:nvPr>
            <p:ph idx="1" type="subTitle"/>
          </p:nvPr>
        </p:nvSpPr>
        <p:spPr>
          <a:xfrm>
            <a:off x="959025" y="1727500"/>
            <a:ext cx="23649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LR = 0.4</a:t>
            </a:r>
            <a:endParaRPr/>
          </a:p>
        </p:txBody>
      </p:sp>
      <p:sp>
        <p:nvSpPr>
          <p:cNvPr id="1560" name="Google Shape;1560;p41"/>
          <p:cNvSpPr txBox="1"/>
          <p:nvPr>
            <p:ph idx="4" type="subTitle"/>
          </p:nvPr>
        </p:nvSpPr>
        <p:spPr>
          <a:xfrm>
            <a:off x="3856825" y="1727500"/>
            <a:ext cx="1947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Batch Size = 8</a:t>
            </a:r>
            <a:endParaRPr/>
          </a:p>
        </p:txBody>
      </p:sp>
      <p:sp>
        <p:nvSpPr>
          <p:cNvPr id="1561" name="Google Shape;1561;p41"/>
          <p:cNvSpPr txBox="1"/>
          <p:nvPr>
            <p:ph idx="5" type="subTitle"/>
          </p:nvPr>
        </p:nvSpPr>
        <p:spPr>
          <a:xfrm>
            <a:off x="3115350" y="2181950"/>
            <a:ext cx="2760900" cy="361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Largest batch of the three, averages more examples per update, producing smoother gradient estimates and a cleaner loss curve</a:t>
            </a:r>
            <a:endParaRPr/>
          </a:p>
        </p:txBody>
      </p:sp>
      <p:sp>
        <p:nvSpPr>
          <p:cNvPr id="1562" name="Google Shape;1562;p41"/>
          <p:cNvSpPr txBox="1"/>
          <p:nvPr>
            <p:ph idx="6" type="title"/>
          </p:nvPr>
        </p:nvSpPr>
        <p:spPr>
          <a:xfrm>
            <a:off x="3122125" y="1727495"/>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1563" name="Google Shape;1563;p41"/>
          <p:cNvSpPr txBox="1"/>
          <p:nvPr>
            <p:ph idx="7" type="subTitle"/>
          </p:nvPr>
        </p:nvSpPr>
        <p:spPr>
          <a:xfrm>
            <a:off x="7027024" y="1727500"/>
            <a:ext cx="2891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Epochs = 5</a:t>
            </a:r>
            <a:endParaRPr/>
          </a:p>
        </p:txBody>
      </p:sp>
      <p:sp>
        <p:nvSpPr>
          <p:cNvPr id="1564" name="Google Shape;1564;p41"/>
          <p:cNvSpPr txBox="1"/>
          <p:nvPr>
            <p:ph idx="8" type="subTitle"/>
          </p:nvPr>
        </p:nvSpPr>
        <p:spPr>
          <a:xfrm>
            <a:off x="6285550" y="2181950"/>
            <a:ext cx="2688600" cy="3612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a:t>Enough passes to converge without the drift seen in 7 epochs, where the model started forgetting previously correct cases</a:t>
            </a:r>
            <a:endParaRPr/>
          </a:p>
          <a:p>
            <a:pPr indent="0" lvl="0" marL="0" rtl="0" algn="l">
              <a:spcBef>
                <a:spcPts val="0"/>
              </a:spcBef>
              <a:spcAft>
                <a:spcPts val="0"/>
              </a:spcAft>
              <a:buNone/>
            </a:pPr>
            <a:r>
              <a:t/>
            </a:r>
            <a:endParaRPr/>
          </a:p>
        </p:txBody>
      </p:sp>
      <p:sp>
        <p:nvSpPr>
          <p:cNvPr id="1565" name="Google Shape;1565;p41"/>
          <p:cNvSpPr txBox="1"/>
          <p:nvPr>
            <p:ph idx="9" type="title"/>
          </p:nvPr>
        </p:nvSpPr>
        <p:spPr>
          <a:xfrm>
            <a:off x="6292325" y="1727495"/>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1566" name="Google Shape;1566;p41"/>
          <p:cNvSpPr txBox="1"/>
          <p:nvPr>
            <p:ph idx="3" type="title"/>
          </p:nvPr>
        </p:nvSpPr>
        <p:spPr>
          <a:xfrm>
            <a:off x="1128650" y="3948575"/>
            <a:ext cx="13485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1567" name="Google Shape;1567;p41"/>
          <p:cNvSpPr txBox="1"/>
          <p:nvPr>
            <p:ph idx="2" type="subTitle"/>
          </p:nvPr>
        </p:nvSpPr>
        <p:spPr>
          <a:xfrm>
            <a:off x="2715825" y="3882850"/>
            <a:ext cx="4902900" cy="36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Best trade-off between adaptation and generalization, the model learned without breaking anything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1" name="Shape 1571"/>
        <p:cNvGrpSpPr/>
        <p:nvPr/>
      </p:nvGrpSpPr>
      <p:grpSpPr>
        <a:xfrm>
          <a:off x="0" y="0"/>
          <a:ext cx="0" cy="0"/>
          <a:chOff x="0" y="0"/>
          <a:chExt cx="0" cy="0"/>
        </a:xfrm>
      </p:grpSpPr>
      <p:sp>
        <p:nvSpPr>
          <p:cNvPr id="1572" name="Google Shape;1572;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1573" name="Google Shape;1573;p42"/>
          <p:cNvSpPr txBox="1"/>
          <p:nvPr>
            <p:ph idx="2" type="subTitle"/>
          </p:nvPr>
        </p:nvSpPr>
        <p:spPr>
          <a:xfrm>
            <a:off x="217550" y="2181950"/>
            <a:ext cx="2688600" cy="361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Fine-tuning improved diagnosis accuracy by up to +10%</a:t>
            </a:r>
            <a:endParaRPr/>
          </a:p>
          <a:p>
            <a:pPr indent="-317500" lvl="0" marL="457200" rtl="0" algn="l">
              <a:spcBef>
                <a:spcPts val="0"/>
              </a:spcBef>
              <a:spcAft>
                <a:spcPts val="0"/>
              </a:spcAft>
              <a:buSzPts val="1400"/>
              <a:buChar char="-"/>
            </a:pPr>
            <a:r>
              <a:rPr lang="en"/>
              <a:t>Moderate LR (0.4) + larger batch size (8) + 5 epochs = best results with zero regressions</a:t>
            </a:r>
            <a:endParaRPr/>
          </a:p>
        </p:txBody>
      </p:sp>
      <p:sp>
        <p:nvSpPr>
          <p:cNvPr id="1574" name="Google Shape;1574;p42"/>
          <p:cNvSpPr txBox="1"/>
          <p:nvPr>
            <p:ph idx="3" type="title"/>
          </p:nvPr>
        </p:nvSpPr>
        <p:spPr>
          <a:xfrm>
            <a:off x="224325" y="1727495"/>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1575" name="Google Shape;1575;p42"/>
          <p:cNvSpPr txBox="1"/>
          <p:nvPr>
            <p:ph idx="1" type="subTitle"/>
          </p:nvPr>
        </p:nvSpPr>
        <p:spPr>
          <a:xfrm>
            <a:off x="959025" y="1727500"/>
            <a:ext cx="23649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What Worked?</a:t>
            </a:r>
            <a:endParaRPr/>
          </a:p>
        </p:txBody>
      </p:sp>
      <p:sp>
        <p:nvSpPr>
          <p:cNvPr id="1576" name="Google Shape;1576;p42"/>
          <p:cNvSpPr txBox="1"/>
          <p:nvPr>
            <p:ph idx="4" type="subTitle"/>
          </p:nvPr>
        </p:nvSpPr>
        <p:spPr>
          <a:xfrm>
            <a:off x="3985200" y="1727500"/>
            <a:ext cx="1947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What Didn’t</a:t>
            </a:r>
            <a:endParaRPr/>
          </a:p>
        </p:txBody>
      </p:sp>
      <p:sp>
        <p:nvSpPr>
          <p:cNvPr id="1577" name="Google Shape;1577;p42"/>
          <p:cNvSpPr txBox="1"/>
          <p:nvPr>
            <p:ph idx="5" type="subTitle"/>
          </p:nvPr>
        </p:nvSpPr>
        <p:spPr>
          <a:xfrm>
            <a:off x="3243725" y="2181950"/>
            <a:ext cx="2760900" cy="361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High learning rate (1.0) produced no improvement</a:t>
            </a:r>
            <a:endParaRPr/>
          </a:p>
          <a:p>
            <a:pPr indent="-317500" lvl="0" marL="457200" rtl="0" algn="l">
              <a:spcBef>
                <a:spcPts val="0"/>
              </a:spcBef>
              <a:spcAft>
                <a:spcPts val="0"/>
              </a:spcAft>
              <a:buSzPts val="1400"/>
              <a:buChar char="-"/>
            </a:pPr>
            <a:r>
              <a:rPr lang="en"/>
              <a:t>More epochs (7) improved accuracy but caused the model to forget previously correct cases</a:t>
            </a:r>
            <a:endParaRPr/>
          </a:p>
          <a:p>
            <a:pPr indent="0" lvl="0" marL="457200" rtl="0" algn="l">
              <a:spcBef>
                <a:spcPts val="0"/>
              </a:spcBef>
              <a:spcAft>
                <a:spcPts val="0"/>
              </a:spcAft>
              <a:buNone/>
            </a:pPr>
            <a:r>
              <a:t/>
            </a:r>
            <a:endParaRPr/>
          </a:p>
        </p:txBody>
      </p:sp>
      <p:sp>
        <p:nvSpPr>
          <p:cNvPr id="1578" name="Google Shape;1578;p42"/>
          <p:cNvSpPr txBox="1"/>
          <p:nvPr>
            <p:ph idx="6" type="title"/>
          </p:nvPr>
        </p:nvSpPr>
        <p:spPr>
          <a:xfrm>
            <a:off x="3250500" y="1727495"/>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1579" name="Google Shape;1579;p42"/>
          <p:cNvSpPr txBox="1"/>
          <p:nvPr>
            <p:ph idx="7" type="subTitle"/>
          </p:nvPr>
        </p:nvSpPr>
        <p:spPr>
          <a:xfrm>
            <a:off x="7027024" y="1727500"/>
            <a:ext cx="2891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Limitations</a:t>
            </a:r>
            <a:endParaRPr/>
          </a:p>
        </p:txBody>
      </p:sp>
      <p:sp>
        <p:nvSpPr>
          <p:cNvPr id="1580" name="Google Shape;1580;p42"/>
          <p:cNvSpPr txBox="1"/>
          <p:nvPr>
            <p:ph idx="8" type="subTitle"/>
          </p:nvPr>
        </p:nvSpPr>
        <p:spPr>
          <a:xfrm>
            <a:off x="6285550" y="2181950"/>
            <a:ext cx="2688600" cy="361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Fine-tuning helps with cases similar to training data, but doesn't generalize to unseen conditions</a:t>
            </a:r>
            <a:endParaRPr/>
          </a:p>
          <a:p>
            <a:pPr indent="0" lvl="0" marL="0" rtl="0" algn="l">
              <a:spcBef>
                <a:spcPts val="0"/>
              </a:spcBef>
              <a:spcAft>
                <a:spcPts val="0"/>
              </a:spcAft>
              <a:buNone/>
            </a:pPr>
            <a:r>
              <a:t/>
            </a:r>
            <a:endParaRPr/>
          </a:p>
        </p:txBody>
      </p:sp>
      <p:sp>
        <p:nvSpPr>
          <p:cNvPr id="1581" name="Google Shape;1581;p42"/>
          <p:cNvSpPr txBox="1"/>
          <p:nvPr>
            <p:ph idx="9" type="title"/>
          </p:nvPr>
        </p:nvSpPr>
        <p:spPr>
          <a:xfrm>
            <a:off x="6292325" y="1727495"/>
            <a:ext cx="7347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5" name="Shape 1585"/>
        <p:cNvGrpSpPr/>
        <p:nvPr/>
      </p:nvGrpSpPr>
      <p:grpSpPr>
        <a:xfrm>
          <a:off x="0" y="0"/>
          <a:ext cx="0" cy="0"/>
          <a:chOff x="0" y="0"/>
          <a:chExt cx="0" cy="0"/>
        </a:xfrm>
      </p:grpSpPr>
      <p:sp>
        <p:nvSpPr>
          <p:cNvPr id="1586" name="Google Shape;1586;p43"/>
          <p:cNvSpPr txBox="1"/>
          <p:nvPr>
            <p:ph type="title"/>
          </p:nvPr>
        </p:nvSpPr>
        <p:spPr>
          <a:xfrm>
            <a:off x="901875" y="1621638"/>
            <a:ext cx="3496200" cy="95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1587" name="Google Shape;1587;p43"/>
          <p:cNvSpPr txBox="1"/>
          <p:nvPr>
            <p:ph idx="1" type="subTitle"/>
          </p:nvPr>
        </p:nvSpPr>
        <p:spPr>
          <a:xfrm>
            <a:off x="901875" y="2657556"/>
            <a:ext cx="3496200" cy="42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Do you have any questions?</a:t>
            </a:r>
            <a:endParaRPr/>
          </a:p>
        </p:txBody>
      </p:sp>
      <p:grpSp>
        <p:nvGrpSpPr>
          <p:cNvPr id="1588" name="Google Shape;1588;p43"/>
          <p:cNvGrpSpPr/>
          <p:nvPr/>
        </p:nvGrpSpPr>
        <p:grpSpPr>
          <a:xfrm>
            <a:off x="4878515" y="1342291"/>
            <a:ext cx="4010381" cy="2458905"/>
            <a:chOff x="4939903" y="1223591"/>
            <a:chExt cx="3875139" cy="2375983"/>
          </a:xfrm>
        </p:grpSpPr>
        <p:sp>
          <p:nvSpPr>
            <p:cNvPr id="1589" name="Google Shape;1589;p43"/>
            <p:cNvSpPr/>
            <p:nvPr/>
          </p:nvSpPr>
          <p:spPr>
            <a:xfrm>
              <a:off x="6524836" y="3540227"/>
              <a:ext cx="141991" cy="59347"/>
            </a:xfrm>
            <a:custGeom>
              <a:rect b="b" l="l" r="r" t="t"/>
              <a:pathLst>
                <a:path extrusionOk="0" h="833" w="1993">
                  <a:moveTo>
                    <a:pt x="1425" y="1"/>
                  </a:moveTo>
                  <a:cubicBezTo>
                    <a:pt x="1154" y="1"/>
                    <a:pt x="882" y="144"/>
                    <a:pt x="761" y="144"/>
                  </a:cubicBezTo>
                  <a:cubicBezTo>
                    <a:pt x="732" y="144"/>
                    <a:pt x="711" y="135"/>
                    <a:pt x="702" y="113"/>
                  </a:cubicBezTo>
                  <a:cubicBezTo>
                    <a:pt x="690" y="88"/>
                    <a:pt x="662" y="78"/>
                    <a:pt x="624" y="78"/>
                  </a:cubicBezTo>
                  <a:cubicBezTo>
                    <a:pt x="436" y="78"/>
                    <a:pt x="0" y="339"/>
                    <a:pt x="0" y="339"/>
                  </a:cubicBezTo>
                  <a:cubicBezTo>
                    <a:pt x="0" y="339"/>
                    <a:pt x="276" y="665"/>
                    <a:pt x="527" y="815"/>
                  </a:cubicBezTo>
                  <a:cubicBezTo>
                    <a:pt x="549" y="827"/>
                    <a:pt x="578" y="833"/>
                    <a:pt x="611" y="833"/>
                  </a:cubicBezTo>
                  <a:cubicBezTo>
                    <a:pt x="990" y="833"/>
                    <a:pt x="1992" y="105"/>
                    <a:pt x="1554" y="13"/>
                  </a:cubicBezTo>
                  <a:cubicBezTo>
                    <a:pt x="1512" y="5"/>
                    <a:pt x="1468" y="1"/>
                    <a:pt x="1425" y="1"/>
                  </a:cubicBezTo>
                  <a:close/>
                </a:path>
              </a:pathLst>
            </a:custGeom>
            <a:solidFill>
              <a:srgbClr val="F4C5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90" name="Google Shape;1590;p43"/>
            <p:cNvGrpSpPr/>
            <p:nvPr/>
          </p:nvGrpSpPr>
          <p:grpSpPr>
            <a:xfrm>
              <a:off x="4939903" y="1223591"/>
              <a:ext cx="3875139" cy="2353997"/>
              <a:chOff x="2772963" y="2596675"/>
              <a:chExt cx="3598086" cy="2185698"/>
            </a:xfrm>
          </p:grpSpPr>
          <p:sp>
            <p:nvSpPr>
              <p:cNvPr id="1591" name="Google Shape;1591;p43"/>
              <p:cNvSpPr/>
              <p:nvPr/>
            </p:nvSpPr>
            <p:spPr>
              <a:xfrm>
                <a:off x="2772963" y="3173417"/>
                <a:ext cx="3598086" cy="1157161"/>
              </a:xfrm>
              <a:custGeom>
                <a:rect b="b" l="l" r="r" t="t"/>
                <a:pathLst>
                  <a:path extrusionOk="0" h="16242" w="50503">
                    <a:moveTo>
                      <a:pt x="40151" y="1"/>
                    </a:moveTo>
                    <a:lnTo>
                      <a:pt x="11179" y="7695"/>
                    </a:lnTo>
                    <a:lnTo>
                      <a:pt x="11104" y="7720"/>
                    </a:lnTo>
                    <a:lnTo>
                      <a:pt x="8246" y="12081"/>
                    </a:lnTo>
                    <a:lnTo>
                      <a:pt x="4462" y="10627"/>
                    </a:lnTo>
                    <a:lnTo>
                      <a:pt x="2106" y="15815"/>
                    </a:lnTo>
                    <a:lnTo>
                      <a:pt x="1" y="15815"/>
                    </a:lnTo>
                    <a:lnTo>
                      <a:pt x="1" y="16241"/>
                    </a:lnTo>
                    <a:lnTo>
                      <a:pt x="2382" y="16241"/>
                    </a:lnTo>
                    <a:lnTo>
                      <a:pt x="4662" y="11154"/>
                    </a:lnTo>
                    <a:lnTo>
                      <a:pt x="8397" y="12582"/>
                    </a:lnTo>
                    <a:lnTo>
                      <a:pt x="11354" y="8071"/>
                    </a:lnTo>
                    <a:lnTo>
                      <a:pt x="40051" y="452"/>
                    </a:lnTo>
                    <a:lnTo>
                      <a:pt x="43986" y="3810"/>
                    </a:lnTo>
                    <a:lnTo>
                      <a:pt x="47720" y="427"/>
                    </a:lnTo>
                    <a:lnTo>
                      <a:pt x="50502" y="427"/>
                    </a:lnTo>
                    <a:lnTo>
                      <a:pt x="50502" y="26"/>
                    </a:lnTo>
                    <a:lnTo>
                      <a:pt x="47570" y="26"/>
                    </a:lnTo>
                    <a:lnTo>
                      <a:pt x="43961" y="3259"/>
                    </a:lnTo>
                    <a:lnTo>
                      <a:pt x="4015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43"/>
              <p:cNvSpPr/>
              <p:nvPr/>
            </p:nvSpPr>
            <p:spPr>
              <a:xfrm>
                <a:off x="3314012" y="2739525"/>
                <a:ext cx="2226762" cy="1473204"/>
              </a:xfrm>
              <a:custGeom>
                <a:rect b="b" l="l" r="r" t="t"/>
                <a:pathLst>
                  <a:path extrusionOk="0" h="20678" w="31255">
                    <a:moveTo>
                      <a:pt x="1354" y="0"/>
                    </a:moveTo>
                    <a:cubicBezTo>
                      <a:pt x="627" y="0"/>
                      <a:pt x="1" y="627"/>
                      <a:pt x="1" y="1379"/>
                    </a:cubicBezTo>
                    <a:lnTo>
                      <a:pt x="1" y="19324"/>
                    </a:lnTo>
                    <a:cubicBezTo>
                      <a:pt x="1" y="20051"/>
                      <a:pt x="627" y="20677"/>
                      <a:pt x="1354" y="20677"/>
                    </a:cubicBezTo>
                    <a:lnTo>
                      <a:pt x="29901" y="20677"/>
                    </a:lnTo>
                    <a:cubicBezTo>
                      <a:pt x="30627" y="20677"/>
                      <a:pt x="31254" y="20051"/>
                      <a:pt x="31254" y="19324"/>
                    </a:cubicBezTo>
                    <a:lnTo>
                      <a:pt x="31254" y="1379"/>
                    </a:lnTo>
                    <a:cubicBezTo>
                      <a:pt x="31254" y="627"/>
                      <a:pt x="30627" y="0"/>
                      <a:pt x="29901" y="0"/>
                    </a:cubicBezTo>
                    <a:close/>
                  </a:path>
                </a:pathLst>
              </a:custGeom>
              <a:solidFill>
                <a:srgbClr val="FDED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43"/>
              <p:cNvSpPr/>
              <p:nvPr/>
            </p:nvSpPr>
            <p:spPr>
              <a:xfrm>
                <a:off x="4110411" y="3980571"/>
                <a:ext cx="637572" cy="551793"/>
              </a:xfrm>
              <a:custGeom>
                <a:rect b="b" l="l" r="r" t="t"/>
                <a:pathLst>
                  <a:path extrusionOk="0" h="7745" w="8949">
                    <a:moveTo>
                      <a:pt x="552" y="0"/>
                    </a:moveTo>
                    <a:lnTo>
                      <a:pt x="1" y="7744"/>
                    </a:lnTo>
                    <a:lnTo>
                      <a:pt x="8948" y="7744"/>
                    </a:lnTo>
                    <a:lnTo>
                      <a:pt x="81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43"/>
              <p:cNvSpPr/>
              <p:nvPr/>
            </p:nvSpPr>
            <p:spPr>
              <a:xfrm>
                <a:off x="3314012" y="2739525"/>
                <a:ext cx="2226762" cy="1473204"/>
              </a:xfrm>
              <a:custGeom>
                <a:rect b="b" l="l" r="r" t="t"/>
                <a:pathLst>
                  <a:path extrusionOk="0" h="20678" w="31255">
                    <a:moveTo>
                      <a:pt x="1354" y="0"/>
                    </a:moveTo>
                    <a:cubicBezTo>
                      <a:pt x="627" y="0"/>
                      <a:pt x="1" y="627"/>
                      <a:pt x="1" y="1379"/>
                    </a:cubicBezTo>
                    <a:lnTo>
                      <a:pt x="1" y="19324"/>
                    </a:lnTo>
                    <a:cubicBezTo>
                      <a:pt x="1" y="20051"/>
                      <a:pt x="627" y="20677"/>
                      <a:pt x="1354" y="20677"/>
                    </a:cubicBezTo>
                    <a:lnTo>
                      <a:pt x="29901" y="20677"/>
                    </a:lnTo>
                    <a:cubicBezTo>
                      <a:pt x="30627" y="20677"/>
                      <a:pt x="31254" y="20051"/>
                      <a:pt x="31254" y="19324"/>
                    </a:cubicBezTo>
                    <a:lnTo>
                      <a:pt x="31254" y="1379"/>
                    </a:lnTo>
                    <a:cubicBezTo>
                      <a:pt x="31254" y="627"/>
                      <a:pt x="30627" y="0"/>
                      <a:pt x="299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43"/>
              <p:cNvSpPr/>
              <p:nvPr/>
            </p:nvSpPr>
            <p:spPr>
              <a:xfrm>
                <a:off x="3401503" y="2837703"/>
                <a:ext cx="2035683" cy="1044665"/>
              </a:xfrm>
              <a:custGeom>
                <a:rect b="b" l="l" r="r" t="t"/>
                <a:pathLst>
                  <a:path extrusionOk="0" h="14663" w="28573">
                    <a:moveTo>
                      <a:pt x="1" y="1"/>
                    </a:moveTo>
                    <a:lnTo>
                      <a:pt x="1" y="14663"/>
                    </a:lnTo>
                    <a:lnTo>
                      <a:pt x="28572" y="14663"/>
                    </a:lnTo>
                    <a:lnTo>
                      <a:pt x="2857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43"/>
              <p:cNvSpPr/>
              <p:nvPr/>
            </p:nvSpPr>
            <p:spPr>
              <a:xfrm>
                <a:off x="3314012" y="3969813"/>
                <a:ext cx="2226762" cy="242945"/>
              </a:xfrm>
              <a:custGeom>
                <a:rect b="b" l="l" r="r" t="t"/>
                <a:pathLst>
                  <a:path extrusionOk="0" h="3410" w="31255">
                    <a:moveTo>
                      <a:pt x="1" y="1"/>
                    </a:moveTo>
                    <a:lnTo>
                      <a:pt x="1" y="2056"/>
                    </a:lnTo>
                    <a:cubicBezTo>
                      <a:pt x="1" y="2783"/>
                      <a:pt x="627" y="3409"/>
                      <a:pt x="1354" y="3409"/>
                    </a:cubicBezTo>
                    <a:lnTo>
                      <a:pt x="29901" y="3409"/>
                    </a:lnTo>
                    <a:cubicBezTo>
                      <a:pt x="30627" y="3409"/>
                      <a:pt x="31254" y="2783"/>
                      <a:pt x="31254" y="2056"/>
                    </a:cubicBezTo>
                    <a:lnTo>
                      <a:pt x="312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43"/>
              <p:cNvSpPr/>
              <p:nvPr/>
            </p:nvSpPr>
            <p:spPr>
              <a:xfrm>
                <a:off x="3799703" y="4444815"/>
                <a:ext cx="1228549" cy="87560"/>
              </a:xfrm>
              <a:custGeom>
                <a:rect b="b" l="l" r="r" t="t"/>
                <a:pathLst>
                  <a:path extrusionOk="0" h="1229" w="17244">
                    <a:moveTo>
                      <a:pt x="1" y="0"/>
                    </a:moveTo>
                    <a:lnTo>
                      <a:pt x="1" y="1228"/>
                    </a:lnTo>
                    <a:lnTo>
                      <a:pt x="17244" y="1228"/>
                    </a:lnTo>
                    <a:lnTo>
                      <a:pt x="172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43"/>
              <p:cNvSpPr/>
              <p:nvPr/>
            </p:nvSpPr>
            <p:spPr>
              <a:xfrm>
                <a:off x="5755005" y="2859148"/>
                <a:ext cx="128668" cy="128668"/>
              </a:xfrm>
              <a:custGeom>
                <a:rect b="b" l="l" r="r" t="t"/>
                <a:pathLst>
                  <a:path extrusionOk="0" h="1806" w="1806">
                    <a:moveTo>
                      <a:pt x="276" y="1"/>
                    </a:moveTo>
                    <a:lnTo>
                      <a:pt x="1" y="301"/>
                    </a:lnTo>
                    <a:lnTo>
                      <a:pt x="1529" y="1805"/>
                    </a:lnTo>
                    <a:lnTo>
                      <a:pt x="1805" y="1504"/>
                    </a:lnTo>
                    <a:lnTo>
                      <a:pt x="276" y="1"/>
                    </a:lnTo>
                    <a:close/>
                  </a:path>
                </a:pathLst>
              </a:custGeom>
              <a:solidFill>
                <a:srgbClr val="CB6E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43"/>
              <p:cNvSpPr/>
              <p:nvPr/>
            </p:nvSpPr>
            <p:spPr>
              <a:xfrm>
                <a:off x="5755005" y="2860929"/>
                <a:ext cx="126887" cy="126887"/>
              </a:xfrm>
              <a:custGeom>
                <a:rect b="b" l="l" r="r" t="t"/>
                <a:pathLst>
                  <a:path extrusionOk="0" h="1781" w="1781">
                    <a:moveTo>
                      <a:pt x="1504" y="1"/>
                    </a:moveTo>
                    <a:lnTo>
                      <a:pt x="1" y="1479"/>
                    </a:lnTo>
                    <a:lnTo>
                      <a:pt x="301" y="1780"/>
                    </a:lnTo>
                    <a:lnTo>
                      <a:pt x="1780" y="276"/>
                    </a:lnTo>
                    <a:lnTo>
                      <a:pt x="1504" y="1"/>
                    </a:lnTo>
                    <a:close/>
                  </a:path>
                </a:pathLst>
              </a:custGeom>
              <a:solidFill>
                <a:srgbClr val="CB6E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43"/>
              <p:cNvSpPr/>
              <p:nvPr/>
            </p:nvSpPr>
            <p:spPr>
              <a:xfrm>
                <a:off x="5805021" y="3891228"/>
                <a:ext cx="26859" cy="39398"/>
              </a:xfrm>
              <a:custGeom>
                <a:rect b="b" l="l" r="r" t="t"/>
                <a:pathLst>
                  <a:path extrusionOk="0" h="553" w="377">
                    <a:moveTo>
                      <a:pt x="0" y="1"/>
                    </a:moveTo>
                    <a:lnTo>
                      <a:pt x="0" y="552"/>
                    </a:lnTo>
                    <a:lnTo>
                      <a:pt x="376" y="552"/>
                    </a:lnTo>
                    <a:lnTo>
                      <a:pt x="37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43"/>
              <p:cNvSpPr/>
              <p:nvPr/>
            </p:nvSpPr>
            <p:spPr>
              <a:xfrm>
                <a:off x="5805021" y="3948368"/>
                <a:ext cx="26859" cy="39398"/>
              </a:xfrm>
              <a:custGeom>
                <a:rect b="b" l="l" r="r" t="t"/>
                <a:pathLst>
                  <a:path extrusionOk="0" h="553" w="377">
                    <a:moveTo>
                      <a:pt x="0" y="1"/>
                    </a:moveTo>
                    <a:lnTo>
                      <a:pt x="0" y="552"/>
                    </a:lnTo>
                    <a:lnTo>
                      <a:pt x="376" y="552"/>
                    </a:lnTo>
                    <a:lnTo>
                      <a:pt x="37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43"/>
              <p:cNvSpPr/>
              <p:nvPr/>
            </p:nvSpPr>
            <p:spPr>
              <a:xfrm>
                <a:off x="5805021" y="4005508"/>
                <a:ext cx="26859" cy="39398"/>
              </a:xfrm>
              <a:custGeom>
                <a:rect b="b" l="l" r="r" t="t"/>
                <a:pathLst>
                  <a:path extrusionOk="0" h="553" w="377">
                    <a:moveTo>
                      <a:pt x="0" y="1"/>
                    </a:moveTo>
                    <a:lnTo>
                      <a:pt x="0" y="552"/>
                    </a:lnTo>
                    <a:lnTo>
                      <a:pt x="376" y="552"/>
                    </a:lnTo>
                    <a:lnTo>
                      <a:pt x="37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43"/>
              <p:cNvSpPr/>
              <p:nvPr/>
            </p:nvSpPr>
            <p:spPr>
              <a:xfrm>
                <a:off x="5805021" y="4062648"/>
                <a:ext cx="26859" cy="37617"/>
              </a:xfrm>
              <a:custGeom>
                <a:rect b="b" l="l" r="r" t="t"/>
                <a:pathLst>
                  <a:path extrusionOk="0" h="528" w="377">
                    <a:moveTo>
                      <a:pt x="0" y="1"/>
                    </a:moveTo>
                    <a:lnTo>
                      <a:pt x="0" y="527"/>
                    </a:lnTo>
                    <a:lnTo>
                      <a:pt x="376" y="527"/>
                    </a:lnTo>
                    <a:lnTo>
                      <a:pt x="37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43"/>
              <p:cNvSpPr/>
              <p:nvPr/>
            </p:nvSpPr>
            <p:spPr>
              <a:xfrm>
                <a:off x="5805021" y="4119788"/>
                <a:ext cx="26859" cy="37617"/>
              </a:xfrm>
              <a:custGeom>
                <a:rect b="b" l="l" r="r" t="t"/>
                <a:pathLst>
                  <a:path extrusionOk="0" h="528" w="377">
                    <a:moveTo>
                      <a:pt x="0" y="1"/>
                    </a:moveTo>
                    <a:lnTo>
                      <a:pt x="0" y="527"/>
                    </a:lnTo>
                    <a:lnTo>
                      <a:pt x="376" y="527"/>
                    </a:lnTo>
                    <a:lnTo>
                      <a:pt x="37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43"/>
              <p:cNvSpPr/>
              <p:nvPr/>
            </p:nvSpPr>
            <p:spPr>
              <a:xfrm>
                <a:off x="5805021" y="4176927"/>
                <a:ext cx="26859" cy="37617"/>
              </a:xfrm>
              <a:custGeom>
                <a:rect b="b" l="l" r="r" t="t"/>
                <a:pathLst>
                  <a:path extrusionOk="0" h="528" w="377">
                    <a:moveTo>
                      <a:pt x="0" y="1"/>
                    </a:moveTo>
                    <a:lnTo>
                      <a:pt x="0" y="527"/>
                    </a:lnTo>
                    <a:lnTo>
                      <a:pt x="376" y="527"/>
                    </a:lnTo>
                    <a:lnTo>
                      <a:pt x="37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43"/>
              <p:cNvSpPr/>
              <p:nvPr/>
            </p:nvSpPr>
            <p:spPr>
              <a:xfrm>
                <a:off x="5805021" y="4234067"/>
                <a:ext cx="26859" cy="37617"/>
              </a:xfrm>
              <a:custGeom>
                <a:rect b="b" l="l" r="r" t="t"/>
                <a:pathLst>
                  <a:path extrusionOk="0" h="528" w="377">
                    <a:moveTo>
                      <a:pt x="0" y="1"/>
                    </a:moveTo>
                    <a:lnTo>
                      <a:pt x="0" y="527"/>
                    </a:lnTo>
                    <a:lnTo>
                      <a:pt x="376" y="527"/>
                    </a:lnTo>
                    <a:lnTo>
                      <a:pt x="37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43"/>
              <p:cNvSpPr/>
              <p:nvPr/>
            </p:nvSpPr>
            <p:spPr>
              <a:xfrm>
                <a:off x="5010403" y="4035859"/>
                <a:ext cx="650039" cy="105443"/>
              </a:xfrm>
              <a:custGeom>
                <a:rect b="b" l="l" r="r" t="t"/>
                <a:pathLst>
                  <a:path extrusionOk="0" h="1480" w="9124">
                    <a:moveTo>
                      <a:pt x="201" y="1"/>
                    </a:moveTo>
                    <a:lnTo>
                      <a:pt x="0" y="176"/>
                    </a:lnTo>
                    <a:lnTo>
                      <a:pt x="752" y="1029"/>
                    </a:lnTo>
                    <a:cubicBezTo>
                      <a:pt x="930" y="1220"/>
                      <a:pt x="1175" y="1322"/>
                      <a:pt x="1422" y="1322"/>
                    </a:cubicBezTo>
                    <a:cubicBezTo>
                      <a:pt x="1628" y="1322"/>
                      <a:pt x="1835" y="1252"/>
                      <a:pt x="2005" y="1104"/>
                    </a:cubicBezTo>
                    <a:lnTo>
                      <a:pt x="2682" y="527"/>
                    </a:lnTo>
                    <a:cubicBezTo>
                      <a:pt x="2787" y="423"/>
                      <a:pt x="2908" y="371"/>
                      <a:pt x="3033" y="371"/>
                    </a:cubicBezTo>
                    <a:cubicBezTo>
                      <a:pt x="3058" y="371"/>
                      <a:pt x="3083" y="373"/>
                      <a:pt x="3108" y="377"/>
                    </a:cubicBezTo>
                    <a:cubicBezTo>
                      <a:pt x="3284" y="377"/>
                      <a:pt x="3434" y="452"/>
                      <a:pt x="3534" y="577"/>
                    </a:cubicBezTo>
                    <a:lnTo>
                      <a:pt x="4035" y="1129"/>
                    </a:lnTo>
                    <a:cubicBezTo>
                      <a:pt x="4186" y="1329"/>
                      <a:pt x="4411" y="1430"/>
                      <a:pt x="4637" y="1430"/>
                    </a:cubicBezTo>
                    <a:cubicBezTo>
                      <a:pt x="4668" y="1433"/>
                      <a:pt x="4699" y="1434"/>
                      <a:pt x="4730" y="1434"/>
                    </a:cubicBezTo>
                    <a:cubicBezTo>
                      <a:pt x="4943" y="1434"/>
                      <a:pt x="5135" y="1357"/>
                      <a:pt x="5289" y="1204"/>
                    </a:cubicBezTo>
                    <a:lnTo>
                      <a:pt x="5890" y="678"/>
                    </a:lnTo>
                    <a:cubicBezTo>
                      <a:pt x="5995" y="573"/>
                      <a:pt x="6116" y="521"/>
                      <a:pt x="6256" y="521"/>
                    </a:cubicBezTo>
                    <a:cubicBezTo>
                      <a:pt x="6283" y="521"/>
                      <a:pt x="6312" y="523"/>
                      <a:pt x="6341" y="527"/>
                    </a:cubicBezTo>
                    <a:cubicBezTo>
                      <a:pt x="6517" y="552"/>
                      <a:pt x="6667" y="628"/>
                      <a:pt x="6767" y="753"/>
                    </a:cubicBezTo>
                    <a:lnTo>
                      <a:pt x="7068" y="1129"/>
                    </a:lnTo>
                    <a:cubicBezTo>
                      <a:pt x="7244" y="1354"/>
                      <a:pt x="7469" y="1455"/>
                      <a:pt x="7720" y="1480"/>
                    </a:cubicBezTo>
                    <a:cubicBezTo>
                      <a:pt x="7995" y="1480"/>
                      <a:pt x="8221" y="1379"/>
                      <a:pt x="8396" y="1204"/>
                    </a:cubicBezTo>
                    <a:lnTo>
                      <a:pt x="9123" y="427"/>
                    </a:lnTo>
                    <a:lnTo>
                      <a:pt x="8948" y="252"/>
                    </a:lnTo>
                    <a:lnTo>
                      <a:pt x="8221" y="1029"/>
                    </a:lnTo>
                    <a:cubicBezTo>
                      <a:pt x="8112" y="1138"/>
                      <a:pt x="7965" y="1209"/>
                      <a:pt x="7813" y="1209"/>
                    </a:cubicBezTo>
                    <a:cubicBezTo>
                      <a:pt x="7790" y="1209"/>
                      <a:pt x="7767" y="1207"/>
                      <a:pt x="7745" y="1204"/>
                    </a:cubicBezTo>
                    <a:cubicBezTo>
                      <a:pt x="7569" y="1204"/>
                      <a:pt x="7394" y="1129"/>
                      <a:pt x="7294" y="978"/>
                    </a:cubicBezTo>
                    <a:lnTo>
                      <a:pt x="6968" y="602"/>
                    </a:lnTo>
                    <a:cubicBezTo>
                      <a:pt x="6843" y="402"/>
                      <a:pt x="6617" y="277"/>
                      <a:pt x="6366" y="252"/>
                    </a:cubicBezTo>
                    <a:cubicBezTo>
                      <a:pt x="6340" y="249"/>
                      <a:pt x="6315" y="248"/>
                      <a:pt x="6290" y="248"/>
                    </a:cubicBezTo>
                    <a:cubicBezTo>
                      <a:pt x="6069" y="248"/>
                      <a:pt x="5869" y="342"/>
                      <a:pt x="5690" y="477"/>
                    </a:cubicBezTo>
                    <a:lnTo>
                      <a:pt x="5113" y="1029"/>
                    </a:lnTo>
                    <a:cubicBezTo>
                      <a:pt x="4988" y="1129"/>
                      <a:pt x="4812" y="1179"/>
                      <a:pt x="4662" y="1179"/>
                    </a:cubicBezTo>
                    <a:cubicBezTo>
                      <a:pt x="4487" y="1154"/>
                      <a:pt x="4336" y="1079"/>
                      <a:pt x="4236" y="953"/>
                    </a:cubicBezTo>
                    <a:lnTo>
                      <a:pt x="3735" y="402"/>
                    </a:lnTo>
                    <a:cubicBezTo>
                      <a:pt x="3584" y="227"/>
                      <a:pt x="3384" y="126"/>
                      <a:pt x="3133" y="101"/>
                    </a:cubicBezTo>
                    <a:cubicBezTo>
                      <a:pt x="3105" y="98"/>
                      <a:pt x="3077" y="97"/>
                      <a:pt x="3049" y="97"/>
                    </a:cubicBezTo>
                    <a:cubicBezTo>
                      <a:pt x="2852" y="97"/>
                      <a:pt x="2660" y="173"/>
                      <a:pt x="2507" y="327"/>
                    </a:cubicBezTo>
                    <a:lnTo>
                      <a:pt x="1830" y="903"/>
                    </a:lnTo>
                    <a:cubicBezTo>
                      <a:pt x="1703" y="1007"/>
                      <a:pt x="1555" y="1058"/>
                      <a:pt x="1410" y="1058"/>
                    </a:cubicBezTo>
                    <a:cubicBezTo>
                      <a:pt x="1240" y="1058"/>
                      <a:pt x="1074" y="988"/>
                      <a:pt x="953" y="853"/>
                    </a:cubicBezTo>
                    <a:lnTo>
                      <a:pt x="201" y="1"/>
                    </a:lnTo>
                    <a:close/>
                  </a:path>
                </a:pathLst>
              </a:custGeom>
              <a:solidFill>
                <a:srgbClr val="F9AB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43"/>
              <p:cNvSpPr/>
              <p:nvPr/>
            </p:nvSpPr>
            <p:spPr>
              <a:xfrm>
                <a:off x="3837250" y="2596675"/>
                <a:ext cx="1823160" cy="1139279"/>
              </a:xfrm>
              <a:custGeom>
                <a:rect b="b" l="l" r="r" t="t"/>
                <a:pathLst>
                  <a:path extrusionOk="0" h="15991" w="25590">
                    <a:moveTo>
                      <a:pt x="1053" y="0"/>
                    </a:moveTo>
                    <a:cubicBezTo>
                      <a:pt x="476" y="0"/>
                      <a:pt x="0" y="451"/>
                      <a:pt x="0" y="1028"/>
                    </a:cubicBezTo>
                    <a:lnTo>
                      <a:pt x="0" y="14963"/>
                    </a:lnTo>
                    <a:cubicBezTo>
                      <a:pt x="0" y="15539"/>
                      <a:pt x="476" y="15990"/>
                      <a:pt x="1053" y="15990"/>
                    </a:cubicBezTo>
                    <a:lnTo>
                      <a:pt x="24512" y="15990"/>
                    </a:lnTo>
                    <a:cubicBezTo>
                      <a:pt x="25113" y="15990"/>
                      <a:pt x="25589" y="15539"/>
                      <a:pt x="25589" y="14963"/>
                    </a:cubicBezTo>
                    <a:lnTo>
                      <a:pt x="25589" y="1028"/>
                    </a:lnTo>
                    <a:cubicBezTo>
                      <a:pt x="25589" y="451"/>
                      <a:pt x="25113" y="0"/>
                      <a:pt x="245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43"/>
              <p:cNvSpPr/>
              <p:nvPr/>
            </p:nvSpPr>
            <p:spPr>
              <a:xfrm>
                <a:off x="3837250" y="2596675"/>
                <a:ext cx="1823160" cy="207180"/>
              </a:xfrm>
              <a:custGeom>
                <a:rect b="b" l="l" r="r" t="t"/>
                <a:pathLst>
                  <a:path extrusionOk="0" h="2908" w="25590">
                    <a:moveTo>
                      <a:pt x="1053" y="0"/>
                    </a:moveTo>
                    <a:cubicBezTo>
                      <a:pt x="476" y="0"/>
                      <a:pt x="0" y="451"/>
                      <a:pt x="0" y="1028"/>
                    </a:cubicBezTo>
                    <a:lnTo>
                      <a:pt x="0" y="2908"/>
                    </a:lnTo>
                    <a:lnTo>
                      <a:pt x="25589" y="2908"/>
                    </a:lnTo>
                    <a:lnTo>
                      <a:pt x="25589" y="1028"/>
                    </a:lnTo>
                    <a:cubicBezTo>
                      <a:pt x="25589" y="451"/>
                      <a:pt x="25113" y="0"/>
                      <a:pt x="245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43"/>
              <p:cNvSpPr/>
              <p:nvPr/>
            </p:nvSpPr>
            <p:spPr>
              <a:xfrm>
                <a:off x="3946115" y="2664502"/>
                <a:ext cx="75092" cy="73311"/>
              </a:xfrm>
              <a:custGeom>
                <a:rect b="b" l="l" r="r" t="t"/>
                <a:pathLst>
                  <a:path extrusionOk="0" h="1029" w="1054">
                    <a:moveTo>
                      <a:pt x="527" y="1"/>
                    </a:moveTo>
                    <a:cubicBezTo>
                      <a:pt x="227" y="1"/>
                      <a:pt x="1" y="226"/>
                      <a:pt x="1" y="502"/>
                    </a:cubicBezTo>
                    <a:cubicBezTo>
                      <a:pt x="1" y="803"/>
                      <a:pt x="227" y="1028"/>
                      <a:pt x="527" y="1028"/>
                    </a:cubicBezTo>
                    <a:cubicBezTo>
                      <a:pt x="803" y="1028"/>
                      <a:pt x="1054" y="803"/>
                      <a:pt x="1054" y="502"/>
                    </a:cubicBezTo>
                    <a:cubicBezTo>
                      <a:pt x="1054" y="226"/>
                      <a:pt x="803" y="1"/>
                      <a:pt x="52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43"/>
              <p:cNvSpPr/>
              <p:nvPr/>
            </p:nvSpPr>
            <p:spPr>
              <a:xfrm>
                <a:off x="4040803" y="2664502"/>
                <a:ext cx="75021" cy="73311"/>
              </a:xfrm>
              <a:custGeom>
                <a:rect b="b" l="l" r="r" t="t"/>
                <a:pathLst>
                  <a:path extrusionOk="0" h="1029" w="1053">
                    <a:moveTo>
                      <a:pt x="527" y="1"/>
                    </a:moveTo>
                    <a:cubicBezTo>
                      <a:pt x="251" y="1"/>
                      <a:pt x="0" y="226"/>
                      <a:pt x="0" y="502"/>
                    </a:cubicBezTo>
                    <a:cubicBezTo>
                      <a:pt x="0" y="803"/>
                      <a:pt x="251" y="1028"/>
                      <a:pt x="527" y="1028"/>
                    </a:cubicBezTo>
                    <a:cubicBezTo>
                      <a:pt x="827" y="1028"/>
                      <a:pt x="1053" y="803"/>
                      <a:pt x="1053" y="502"/>
                    </a:cubicBezTo>
                    <a:cubicBezTo>
                      <a:pt x="1053" y="226"/>
                      <a:pt x="827" y="1"/>
                      <a:pt x="52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43"/>
              <p:cNvSpPr/>
              <p:nvPr/>
            </p:nvSpPr>
            <p:spPr>
              <a:xfrm>
                <a:off x="4133637" y="2664502"/>
                <a:ext cx="75092" cy="73311"/>
              </a:xfrm>
              <a:custGeom>
                <a:rect b="b" l="l" r="r" t="t"/>
                <a:pathLst>
                  <a:path extrusionOk="0" h="1029" w="1054">
                    <a:moveTo>
                      <a:pt x="527" y="1"/>
                    </a:moveTo>
                    <a:cubicBezTo>
                      <a:pt x="226" y="1"/>
                      <a:pt x="1" y="226"/>
                      <a:pt x="1" y="502"/>
                    </a:cubicBezTo>
                    <a:cubicBezTo>
                      <a:pt x="1" y="803"/>
                      <a:pt x="226" y="1028"/>
                      <a:pt x="527" y="1028"/>
                    </a:cubicBezTo>
                    <a:cubicBezTo>
                      <a:pt x="803" y="1028"/>
                      <a:pt x="1053" y="803"/>
                      <a:pt x="1053" y="502"/>
                    </a:cubicBezTo>
                    <a:cubicBezTo>
                      <a:pt x="1053" y="226"/>
                      <a:pt x="803" y="1"/>
                      <a:pt x="52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43"/>
              <p:cNvSpPr/>
              <p:nvPr/>
            </p:nvSpPr>
            <p:spPr>
              <a:xfrm>
                <a:off x="4030044" y="3252002"/>
                <a:ext cx="226844" cy="353589"/>
              </a:xfrm>
              <a:custGeom>
                <a:rect b="b" l="l" r="r" t="t"/>
                <a:pathLst>
                  <a:path extrusionOk="0" h="4963" w="3184">
                    <a:moveTo>
                      <a:pt x="1" y="0"/>
                    </a:moveTo>
                    <a:lnTo>
                      <a:pt x="1" y="4963"/>
                    </a:lnTo>
                    <a:lnTo>
                      <a:pt x="3184" y="4963"/>
                    </a:lnTo>
                    <a:lnTo>
                      <a:pt x="31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43"/>
              <p:cNvSpPr/>
              <p:nvPr/>
            </p:nvSpPr>
            <p:spPr>
              <a:xfrm>
                <a:off x="4313964" y="3143066"/>
                <a:ext cx="226844" cy="462523"/>
              </a:xfrm>
              <a:custGeom>
                <a:rect b="b" l="l" r="r" t="t"/>
                <a:pathLst>
                  <a:path extrusionOk="0" h="6492" w="3184">
                    <a:moveTo>
                      <a:pt x="1" y="1"/>
                    </a:moveTo>
                    <a:lnTo>
                      <a:pt x="1" y="6492"/>
                    </a:lnTo>
                    <a:lnTo>
                      <a:pt x="3184" y="6492"/>
                    </a:lnTo>
                    <a:lnTo>
                      <a:pt x="318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43"/>
              <p:cNvSpPr/>
              <p:nvPr/>
            </p:nvSpPr>
            <p:spPr>
              <a:xfrm>
                <a:off x="4590758" y="3034130"/>
                <a:ext cx="226844" cy="571456"/>
              </a:xfrm>
              <a:custGeom>
                <a:rect b="b" l="l" r="r" t="t"/>
                <a:pathLst>
                  <a:path extrusionOk="0" h="8021" w="3184">
                    <a:moveTo>
                      <a:pt x="1" y="1"/>
                    </a:moveTo>
                    <a:lnTo>
                      <a:pt x="1" y="8021"/>
                    </a:lnTo>
                    <a:lnTo>
                      <a:pt x="3184" y="8021"/>
                    </a:lnTo>
                    <a:lnTo>
                      <a:pt x="318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43"/>
              <p:cNvSpPr/>
              <p:nvPr/>
            </p:nvSpPr>
            <p:spPr>
              <a:xfrm>
                <a:off x="4880021" y="2873469"/>
                <a:ext cx="228625" cy="732114"/>
              </a:xfrm>
              <a:custGeom>
                <a:rect b="b" l="l" r="r" t="t"/>
                <a:pathLst>
                  <a:path extrusionOk="0" h="10276" w="3209">
                    <a:moveTo>
                      <a:pt x="1" y="0"/>
                    </a:moveTo>
                    <a:lnTo>
                      <a:pt x="1" y="10276"/>
                    </a:lnTo>
                    <a:lnTo>
                      <a:pt x="3209" y="10276"/>
                    </a:lnTo>
                    <a:lnTo>
                      <a:pt x="32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43"/>
              <p:cNvSpPr/>
              <p:nvPr/>
            </p:nvSpPr>
            <p:spPr>
              <a:xfrm>
                <a:off x="5165721" y="3135941"/>
                <a:ext cx="226844" cy="469647"/>
              </a:xfrm>
              <a:custGeom>
                <a:rect b="b" l="l" r="r" t="t"/>
                <a:pathLst>
                  <a:path extrusionOk="0" h="6592" w="3184">
                    <a:moveTo>
                      <a:pt x="1" y="0"/>
                    </a:moveTo>
                    <a:lnTo>
                      <a:pt x="1" y="6592"/>
                    </a:lnTo>
                    <a:lnTo>
                      <a:pt x="3184" y="6592"/>
                    </a:lnTo>
                    <a:lnTo>
                      <a:pt x="318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43"/>
              <p:cNvSpPr/>
              <p:nvPr/>
            </p:nvSpPr>
            <p:spPr>
              <a:xfrm>
                <a:off x="5465742" y="2721642"/>
                <a:ext cx="226844" cy="883937"/>
              </a:xfrm>
              <a:custGeom>
                <a:rect b="b" l="l" r="r" t="t"/>
                <a:pathLst>
                  <a:path extrusionOk="0" h="12407" w="3184">
                    <a:moveTo>
                      <a:pt x="0" y="1"/>
                    </a:moveTo>
                    <a:lnTo>
                      <a:pt x="0" y="12407"/>
                    </a:lnTo>
                    <a:lnTo>
                      <a:pt x="3183" y="12407"/>
                    </a:lnTo>
                    <a:lnTo>
                      <a:pt x="318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43"/>
              <p:cNvSpPr/>
              <p:nvPr/>
            </p:nvSpPr>
            <p:spPr>
              <a:xfrm>
                <a:off x="3908639" y="2869835"/>
                <a:ext cx="1910648" cy="807206"/>
              </a:xfrm>
              <a:custGeom>
                <a:rect b="b" l="l" r="r" t="t"/>
                <a:pathLst>
                  <a:path extrusionOk="0" h="11330" w="26818">
                    <a:moveTo>
                      <a:pt x="1" y="1"/>
                    </a:moveTo>
                    <a:lnTo>
                      <a:pt x="1" y="11329"/>
                    </a:lnTo>
                    <a:lnTo>
                      <a:pt x="26818" y="11329"/>
                    </a:lnTo>
                    <a:lnTo>
                      <a:pt x="26818" y="10928"/>
                    </a:lnTo>
                    <a:lnTo>
                      <a:pt x="427" y="10928"/>
                    </a:lnTo>
                    <a:lnTo>
                      <a:pt x="4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43"/>
              <p:cNvSpPr/>
              <p:nvPr/>
            </p:nvSpPr>
            <p:spPr>
              <a:xfrm>
                <a:off x="3217615" y="3034130"/>
                <a:ext cx="544668" cy="23297"/>
              </a:xfrm>
              <a:custGeom>
                <a:rect b="b" l="l" r="r" t="t"/>
                <a:pathLst>
                  <a:path extrusionOk="0" h="327" w="7645">
                    <a:moveTo>
                      <a:pt x="0" y="1"/>
                    </a:moveTo>
                    <a:lnTo>
                      <a:pt x="0" y="327"/>
                    </a:lnTo>
                    <a:lnTo>
                      <a:pt x="7644" y="327"/>
                    </a:lnTo>
                    <a:lnTo>
                      <a:pt x="76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43"/>
              <p:cNvSpPr/>
              <p:nvPr/>
            </p:nvSpPr>
            <p:spPr>
              <a:xfrm>
                <a:off x="3228302" y="3109153"/>
                <a:ext cx="300084" cy="21516"/>
              </a:xfrm>
              <a:custGeom>
                <a:rect b="b" l="l" r="r" t="t"/>
                <a:pathLst>
                  <a:path extrusionOk="0" h="302" w="4212">
                    <a:moveTo>
                      <a:pt x="1" y="0"/>
                    </a:moveTo>
                    <a:lnTo>
                      <a:pt x="1" y="301"/>
                    </a:lnTo>
                    <a:lnTo>
                      <a:pt x="4211" y="301"/>
                    </a:lnTo>
                    <a:lnTo>
                      <a:pt x="421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43"/>
              <p:cNvSpPr/>
              <p:nvPr/>
            </p:nvSpPr>
            <p:spPr>
              <a:xfrm>
                <a:off x="3547916" y="3321610"/>
                <a:ext cx="150113" cy="150113"/>
              </a:xfrm>
              <a:custGeom>
                <a:rect b="b" l="l" r="r" t="t"/>
                <a:pathLst>
                  <a:path extrusionOk="0" h="2107" w="2107">
                    <a:moveTo>
                      <a:pt x="1054" y="427"/>
                    </a:moveTo>
                    <a:cubicBezTo>
                      <a:pt x="1404" y="427"/>
                      <a:pt x="1680" y="703"/>
                      <a:pt x="1680" y="1053"/>
                    </a:cubicBezTo>
                    <a:cubicBezTo>
                      <a:pt x="1680" y="1404"/>
                      <a:pt x="1404" y="1705"/>
                      <a:pt x="1054" y="1705"/>
                    </a:cubicBezTo>
                    <a:cubicBezTo>
                      <a:pt x="703" y="1705"/>
                      <a:pt x="427" y="1404"/>
                      <a:pt x="427" y="1053"/>
                    </a:cubicBezTo>
                    <a:cubicBezTo>
                      <a:pt x="427" y="703"/>
                      <a:pt x="703" y="427"/>
                      <a:pt x="1054" y="427"/>
                    </a:cubicBezTo>
                    <a:close/>
                    <a:moveTo>
                      <a:pt x="1054" y="1"/>
                    </a:moveTo>
                    <a:cubicBezTo>
                      <a:pt x="477" y="1"/>
                      <a:pt x="1" y="477"/>
                      <a:pt x="1" y="1053"/>
                    </a:cubicBezTo>
                    <a:cubicBezTo>
                      <a:pt x="1" y="1630"/>
                      <a:pt x="477" y="2106"/>
                      <a:pt x="1054" y="2106"/>
                    </a:cubicBezTo>
                    <a:cubicBezTo>
                      <a:pt x="1630" y="2106"/>
                      <a:pt x="2106" y="1630"/>
                      <a:pt x="2106" y="1053"/>
                    </a:cubicBezTo>
                    <a:cubicBezTo>
                      <a:pt x="2106" y="477"/>
                      <a:pt x="1630" y="1"/>
                      <a:pt x="10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43"/>
              <p:cNvSpPr/>
              <p:nvPr/>
            </p:nvSpPr>
            <p:spPr>
              <a:xfrm>
                <a:off x="5846059" y="3373407"/>
                <a:ext cx="109005" cy="110786"/>
              </a:xfrm>
              <a:custGeom>
                <a:rect b="b" l="l" r="r" t="t"/>
                <a:pathLst>
                  <a:path extrusionOk="0" h="1555" w="1530">
                    <a:moveTo>
                      <a:pt x="778" y="1"/>
                    </a:moveTo>
                    <a:cubicBezTo>
                      <a:pt x="352" y="1"/>
                      <a:pt x="1" y="352"/>
                      <a:pt x="1" y="778"/>
                    </a:cubicBezTo>
                    <a:cubicBezTo>
                      <a:pt x="1" y="1204"/>
                      <a:pt x="352" y="1555"/>
                      <a:pt x="778" y="1555"/>
                    </a:cubicBezTo>
                    <a:cubicBezTo>
                      <a:pt x="1179" y="1555"/>
                      <a:pt x="1530" y="1204"/>
                      <a:pt x="1530" y="778"/>
                    </a:cubicBezTo>
                    <a:cubicBezTo>
                      <a:pt x="1530" y="352"/>
                      <a:pt x="1179" y="1"/>
                      <a:pt x="7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43"/>
              <p:cNvSpPr/>
              <p:nvPr/>
            </p:nvSpPr>
            <p:spPr>
              <a:xfrm>
                <a:off x="3040851" y="3894790"/>
                <a:ext cx="108934" cy="109005"/>
              </a:xfrm>
              <a:custGeom>
                <a:rect b="b" l="l" r="r" t="t"/>
                <a:pathLst>
                  <a:path extrusionOk="0" h="1530" w="1529">
                    <a:moveTo>
                      <a:pt x="752" y="1"/>
                    </a:moveTo>
                    <a:cubicBezTo>
                      <a:pt x="326" y="1"/>
                      <a:pt x="0" y="352"/>
                      <a:pt x="0" y="778"/>
                    </a:cubicBezTo>
                    <a:cubicBezTo>
                      <a:pt x="0" y="1204"/>
                      <a:pt x="326" y="1530"/>
                      <a:pt x="752" y="1530"/>
                    </a:cubicBezTo>
                    <a:cubicBezTo>
                      <a:pt x="1178" y="1530"/>
                      <a:pt x="1529" y="1204"/>
                      <a:pt x="1529" y="778"/>
                    </a:cubicBezTo>
                    <a:cubicBezTo>
                      <a:pt x="1529" y="352"/>
                      <a:pt x="1178" y="1"/>
                      <a:pt x="7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43"/>
              <p:cNvSpPr/>
              <p:nvPr/>
            </p:nvSpPr>
            <p:spPr>
              <a:xfrm>
                <a:off x="6097846" y="3134160"/>
                <a:ext cx="109005" cy="110786"/>
              </a:xfrm>
              <a:custGeom>
                <a:rect b="b" l="l" r="r" t="t"/>
                <a:pathLst>
                  <a:path extrusionOk="0" h="1555" w="1530">
                    <a:moveTo>
                      <a:pt x="778" y="0"/>
                    </a:moveTo>
                    <a:cubicBezTo>
                      <a:pt x="351" y="0"/>
                      <a:pt x="1" y="351"/>
                      <a:pt x="1" y="777"/>
                    </a:cubicBezTo>
                    <a:cubicBezTo>
                      <a:pt x="1" y="1203"/>
                      <a:pt x="351" y="1554"/>
                      <a:pt x="778" y="1554"/>
                    </a:cubicBezTo>
                    <a:cubicBezTo>
                      <a:pt x="1204" y="1554"/>
                      <a:pt x="1529" y="1203"/>
                      <a:pt x="1529" y="777"/>
                    </a:cubicBezTo>
                    <a:cubicBezTo>
                      <a:pt x="1529" y="351"/>
                      <a:pt x="1204" y="0"/>
                      <a:pt x="7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43"/>
              <p:cNvSpPr/>
              <p:nvPr/>
            </p:nvSpPr>
            <p:spPr>
              <a:xfrm>
                <a:off x="3286511" y="3737905"/>
                <a:ext cx="1157874" cy="970927"/>
              </a:xfrm>
              <a:custGeom>
                <a:rect b="b" l="l" r="r" t="t"/>
                <a:pathLst>
                  <a:path extrusionOk="0" h="13628" w="16252">
                    <a:moveTo>
                      <a:pt x="7865" y="0"/>
                    </a:moveTo>
                    <a:cubicBezTo>
                      <a:pt x="6457" y="0"/>
                      <a:pt x="5038" y="926"/>
                      <a:pt x="4297" y="2529"/>
                    </a:cubicBezTo>
                    <a:cubicBezTo>
                      <a:pt x="1" y="11932"/>
                      <a:pt x="2995" y="13627"/>
                      <a:pt x="8305" y="13627"/>
                    </a:cubicBezTo>
                    <a:cubicBezTo>
                      <a:pt x="9223" y="13627"/>
                      <a:pt x="10209" y="13576"/>
                      <a:pt x="11239" y="13506"/>
                    </a:cubicBezTo>
                    <a:cubicBezTo>
                      <a:pt x="16251" y="13155"/>
                      <a:pt x="16251" y="8945"/>
                      <a:pt x="14823" y="7391"/>
                    </a:cubicBezTo>
                    <a:cubicBezTo>
                      <a:pt x="13495" y="5962"/>
                      <a:pt x="12317" y="3782"/>
                      <a:pt x="10537" y="1401"/>
                    </a:cubicBezTo>
                    <a:cubicBezTo>
                      <a:pt x="9801" y="440"/>
                      <a:pt x="8835" y="0"/>
                      <a:pt x="786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43"/>
              <p:cNvSpPr/>
              <p:nvPr/>
            </p:nvSpPr>
            <p:spPr>
              <a:xfrm>
                <a:off x="3587244" y="3829742"/>
                <a:ext cx="819674" cy="751136"/>
              </a:xfrm>
              <a:custGeom>
                <a:rect b="b" l="l" r="r" t="t"/>
                <a:pathLst>
                  <a:path extrusionOk="0" h="10543" w="11505">
                    <a:moveTo>
                      <a:pt x="3478" y="0"/>
                    </a:moveTo>
                    <a:cubicBezTo>
                      <a:pt x="3032" y="0"/>
                      <a:pt x="2594" y="175"/>
                      <a:pt x="2181" y="588"/>
                    </a:cubicBezTo>
                    <a:cubicBezTo>
                      <a:pt x="2181" y="588"/>
                      <a:pt x="0" y="3069"/>
                      <a:pt x="702" y="7079"/>
                    </a:cubicBezTo>
                    <a:cubicBezTo>
                      <a:pt x="994" y="8750"/>
                      <a:pt x="2175" y="10543"/>
                      <a:pt x="5112" y="10543"/>
                    </a:cubicBezTo>
                    <a:cubicBezTo>
                      <a:pt x="5700" y="10543"/>
                      <a:pt x="6358" y="10471"/>
                      <a:pt x="7093" y="10313"/>
                    </a:cubicBezTo>
                    <a:cubicBezTo>
                      <a:pt x="11504" y="9360"/>
                      <a:pt x="8923" y="5826"/>
                      <a:pt x="8672" y="5350"/>
                    </a:cubicBezTo>
                    <a:cubicBezTo>
                      <a:pt x="8377" y="4824"/>
                      <a:pt x="5819" y="0"/>
                      <a:pt x="34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43"/>
              <p:cNvSpPr/>
              <p:nvPr/>
            </p:nvSpPr>
            <p:spPr>
              <a:xfrm>
                <a:off x="4062675" y="4415034"/>
                <a:ext cx="247790" cy="367339"/>
              </a:xfrm>
              <a:custGeom>
                <a:rect b="b" l="l" r="r" t="t"/>
                <a:pathLst>
                  <a:path extrusionOk="0" h="5156" w="3478">
                    <a:moveTo>
                      <a:pt x="650" y="0"/>
                    </a:moveTo>
                    <a:cubicBezTo>
                      <a:pt x="126" y="0"/>
                      <a:pt x="0" y="760"/>
                      <a:pt x="19" y="970"/>
                    </a:cubicBezTo>
                    <a:cubicBezTo>
                      <a:pt x="169" y="2599"/>
                      <a:pt x="2676" y="5105"/>
                      <a:pt x="2676" y="5105"/>
                    </a:cubicBezTo>
                    <a:cubicBezTo>
                      <a:pt x="2676" y="5105"/>
                      <a:pt x="2845" y="5155"/>
                      <a:pt x="3020" y="5155"/>
                    </a:cubicBezTo>
                    <a:cubicBezTo>
                      <a:pt x="3196" y="5155"/>
                      <a:pt x="3378" y="5105"/>
                      <a:pt x="3403" y="4905"/>
                    </a:cubicBezTo>
                    <a:cubicBezTo>
                      <a:pt x="3478" y="4504"/>
                      <a:pt x="2300" y="1095"/>
                      <a:pt x="1272" y="268"/>
                    </a:cubicBezTo>
                    <a:cubicBezTo>
                      <a:pt x="1020" y="76"/>
                      <a:pt x="815" y="0"/>
                      <a:pt x="650" y="0"/>
                    </a:cubicBezTo>
                    <a:close/>
                  </a:path>
                </a:pathLst>
              </a:custGeom>
              <a:solidFill>
                <a:srgbClr val="F4C5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43"/>
              <p:cNvSpPr/>
              <p:nvPr/>
            </p:nvSpPr>
            <p:spPr>
              <a:xfrm>
                <a:off x="4257678" y="4284581"/>
                <a:ext cx="252777" cy="351523"/>
              </a:xfrm>
              <a:custGeom>
                <a:rect b="b" l="l" r="r" t="t"/>
                <a:pathLst>
                  <a:path extrusionOk="0" h="4934" w="3548">
                    <a:moveTo>
                      <a:pt x="595" y="0"/>
                    </a:moveTo>
                    <a:cubicBezTo>
                      <a:pt x="80" y="0"/>
                      <a:pt x="1" y="754"/>
                      <a:pt x="39" y="946"/>
                    </a:cubicBezTo>
                    <a:cubicBezTo>
                      <a:pt x="290" y="2550"/>
                      <a:pt x="2821" y="4906"/>
                      <a:pt x="2821" y="4906"/>
                    </a:cubicBezTo>
                    <a:cubicBezTo>
                      <a:pt x="2821" y="4906"/>
                      <a:pt x="2941" y="4934"/>
                      <a:pt x="3079" y="4934"/>
                    </a:cubicBezTo>
                    <a:cubicBezTo>
                      <a:pt x="3264" y="4934"/>
                      <a:pt x="3483" y="4885"/>
                      <a:pt x="3498" y="4655"/>
                    </a:cubicBezTo>
                    <a:cubicBezTo>
                      <a:pt x="3548" y="4279"/>
                      <a:pt x="2219" y="996"/>
                      <a:pt x="1192" y="244"/>
                    </a:cubicBezTo>
                    <a:cubicBezTo>
                      <a:pt x="947" y="69"/>
                      <a:pt x="751" y="0"/>
                      <a:pt x="595" y="0"/>
                    </a:cubicBezTo>
                    <a:close/>
                  </a:path>
                </a:pathLst>
              </a:custGeom>
              <a:solidFill>
                <a:srgbClr val="F4C5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43"/>
              <p:cNvSpPr/>
              <p:nvPr/>
            </p:nvSpPr>
            <p:spPr>
              <a:xfrm>
                <a:off x="4451470" y="4601130"/>
                <a:ext cx="134938" cy="59276"/>
              </a:xfrm>
              <a:custGeom>
                <a:rect b="b" l="l" r="r" t="t"/>
                <a:pathLst>
                  <a:path extrusionOk="0" h="832" w="1894">
                    <a:moveTo>
                      <a:pt x="1335" y="0"/>
                    </a:moveTo>
                    <a:cubicBezTo>
                      <a:pt x="1074" y="0"/>
                      <a:pt x="829" y="152"/>
                      <a:pt x="715" y="152"/>
                    </a:cubicBezTo>
                    <a:cubicBezTo>
                      <a:pt x="684" y="152"/>
                      <a:pt x="662" y="141"/>
                      <a:pt x="652" y="112"/>
                    </a:cubicBezTo>
                    <a:cubicBezTo>
                      <a:pt x="642" y="94"/>
                      <a:pt x="621" y="87"/>
                      <a:pt x="593" y="87"/>
                    </a:cubicBezTo>
                    <a:cubicBezTo>
                      <a:pt x="424" y="87"/>
                      <a:pt x="1" y="363"/>
                      <a:pt x="1" y="363"/>
                    </a:cubicBezTo>
                    <a:cubicBezTo>
                      <a:pt x="1" y="363"/>
                      <a:pt x="276" y="689"/>
                      <a:pt x="527" y="814"/>
                    </a:cubicBezTo>
                    <a:cubicBezTo>
                      <a:pt x="549" y="826"/>
                      <a:pt x="576" y="831"/>
                      <a:pt x="607" y="831"/>
                    </a:cubicBezTo>
                    <a:cubicBezTo>
                      <a:pt x="970" y="831"/>
                      <a:pt x="1893" y="81"/>
                      <a:pt x="1454" y="12"/>
                    </a:cubicBezTo>
                    <a:cubicBezTo>
                      <a:pt x="1414" y="4"/>
                      <a:pt x="1375" y="0"/>
                      <a:pt x="1335" y="0"/>
                    </a:cubicBezTo>
                    <a:close/>
                  </a:path>
                </a:pathLst>
              </a:custGeom>
              <a:solidFill>
                <a:srgbClr val="F4C5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43"/>
              <p:cNvSpPr/>
              <p:nvPr/>
            </p:nvSpPr>
            <p:spPr>
              <a:xfrm>
                <a:off x="3855062" y="4174220"/>
                <a:ext cx="510755" cy="241236"/>
              </a:xfrm>
              <a:custGeom>
                <a:rect b="b" l="l" r="r" t="t"/>
                <a:pathLst>
                  <a:path extrusionOk="0" h="3386" w="7169">
                    <a:moveTo>
                      <a:pt x="1464" y="1"/>
                    </a:moveTo>
                    <a:cubicBezTo>
                      <a:pt x="1391" y="1"/>
                      <a:pt x="1328" y="5"/>
                      <a:pt x="1279" y="14"/>
                    </a:cubicBezTo>
                    <a:cubicBezTo>
                      <a:pt x="126" y="214"/>
                      <a:pt x="1" y="2119"/>
                      <a:pt x="903" y="2545"/>
                    </a:cubicBezTo>
                    <a:cubicBezTo>
                      <a:pt x="1635" y="2891"/>
                      <a:pt x="3523" y="3385"/>
                      <a:pt x="4998" y="3385"/>
                    </a:cubicBezTo>
                    <a:cubicBezTo>
                      <a:pt x="5341" y="3385"/>
                      <a:pt x="5662" y="3359"/>
                      <a:pt x="5941" y="3297"/>
                    </a:cubicBezTo>
                    <a:cubicBezTo>
                      <a:pt x="6642" y="3147"/>
                      <a:pt x="7169" y="2370"/>
                      <a:pt x="7018" y="2044"/>
                    </a:cubicBezTo>
                    <a:cubicBezTo>
                      <a:pt x="6618" y="1078"/>
                      <a:pt x="2627" y="1"/>
                      <a:pt x="14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43"/>
              <p:cNvSpPr/>
              <p:nvPr/>
            </p:nvSpPr>
            <p:spPr>
              <a:xfrm>
                <a:off x="3703306" y="4232286"/>
                <a:ext cx="489311" cy="295524"/>
              </a:xfrm>
              <a:custGeom>
                <a:rect b="b" l="l" r="r" t="t"/>
                <a:pathLst>
                  <a:path extrusionOk="0" h="4148" w="6868">
                    <a:moveTo>
                      <a:pt x="978" y="1"/>
                    </a:moveTo>
                    <a:cubicBezTo>
                      <a:pt x="0" y="327"/>
                      <a:pt x="0" y="2006"/>
                      <a:pt x="978" y="2758"/>
                    </a:cubicBezTo>
                    <a:cubicBezTo>
                      <a:pt x="1454" y="3134"/>
                      <a:pt x="3158" y="3961"/>
                      <a:pt x="4787" y="4136"/>
                    </a:cubicBezTo>
                    <a:cubicBezTo>
                      <a:pt x="4866" y="4144"/>
                      <a:pt x="4945" y="4148"/>
                      <a:pt x="5022" y="4148"/>
                    </a:cubicBezTo>
                    <a:cubicBezTo>
                      <a:pt x="5702" y="4148"/>
                      <a:pt x="6287" y="3855"/>
                      <a:pt x="6467" y="3359"/>
                    </a:cubicBezTo>
                    <a:cubicBezTo>
                      <a:pt x="6868" y="2181"/>
                      <a:pt x="978" y="1"/>
                      <a:pt x="97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43"/>
              <p:cNvSpPr/>
              <p:nvPr/>
            </p:nvSpPr>
            <p:spPr>
              <a:xfrm>
                <a:off x="3665830" y="3702638"/>
                <a:ext cx="323524" cy="324948"/>
              </a:xfrm>
              <a:custGeom>
                <a:rect b="b" l="l" r="r" t="t"/>
                <a:pathLst>
                  <a:path extrusionOk="0" h="4561" w="4541">
                    <a:moveTo>
                      <a:pt x="2064" y="1"/>
                    </a:moveTo>
                    <a:cubicBezTo>
                      <a:pt x="1452" y="1"/>
                      <a:pt x="774" y="352"/>
                      <a:pt x="526" y="1420"/>
                    </a:cubicBezTo>
                    <a:cubicBezTo>
                      <a:pt x="0" y="3625"/>
                      <a:pt x="1078" y="4427"/>
                      <a:pt x="2632" y="4553"/>
                    </a:cubicBezTo>
                    <a:cubicBezTo>
                      <a:pt x="2698" y="4558"/>
                      <a:pt x="2762" y="4560"/>
                      <a:pt x="2824" y="4560"/>
                    </a:cubicBezTo>
                    <a:cubicBezTo>
                      <a:pt x="4239" y="4560"/>
                      <a:pt x="4541" y="3240"/>
                      <a:pt x="4060" y="3024"/>
                    </a:cubicBezTo>
                    <a:cubicBezTo>
                      <a:pt x="2607" y="2297"/>
                      <a:pt x="3559" y="818"/>
                      <a:pt x="3008" y="317"/>
                    </a:cubicBezTo>
                    <a:cubicBezTo>
                      <a:pt x="2797" y="135"/>
                      <a:pt x="2443" y="1"/>
                      <a:pt x="2064" y="1"/>
                    </a:cubicBezTo>
                    <a:close/>
                  </a:path>
                </a:pathLst>
              </a:custGeom>
              <a:solidFill>
                <a:srgbClr val="171B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43"/>
              <p:cNvSpPr/>
              <p:nvPr/>
            </p:nvSpPr>
            <p:spPr>
              <a:xfrm>
                <a:off x="3826492" y="3883890"/>
                <a:ext cx="407165" cy="344826"/>
              </a:xfrm>
              <a:custGeom>
                <a:rect b="b" l="l" r="r" t="t"/>
                <a:pathLst>
                  <a:path extrusionOk="0" h="4840" w="5715">
                    <a:moveTo>
                      <a:pt x="1182" y="1"/>
                    </a:moveTo>
                    <a:cubicBezTo>
                      <a:pt x="1162" y="1"/>
                      <a:pt x="1144" y="2"/>
                      <a:pt x="1129" y="4"/>
                    </a:cubicBezTo>
                    <a:cubicBezTo>
                      <a:pt x="1" y="129"/>
                      <a:pt x="652" y="3688"/>
                      <a:pt x="2031" y="4590"/>
                    </a:cubicBezTo>
                    <a:cubicBezTo>
                      <a:pt x="2306" y="4771"/>
                      <a:pt x="2622" y="4839"/>
                      <a:pt x="2945" y="4839"/>
                    </a:cubicBezTo>
                    <a:cubicBezTo>
                      <a:pt x="3826" y="4839"/>
                      <a:pt x="4750" y="4331"/>
                      <a:pt x="4988" y="4239"/>
                    </a:cubicBezTo>
                    <a:cubicBezTo>
                      <a:pt x="5689" y="3949"/>
                      <a:pt x="5714" y="3636"/>
                      <a:pt x="5468" y="3636"/>
                    </a:cubicBezTo>
                    <a:cubicBezTo>
                      <a:pt x="5459" y="3636"/>
                      <a:pt x="5449" y="3637"/>
                      <a:pt x="5439" y="3638"/>
                    </a:cubicBezTo>
                    <a:cubicBezTo>
                      <a:pt x="5164" y="3638"/>
                      <a:pt x="5013" y="3888"/>
                      <a:pt x="4562" y="3964"/>
                    </a:cubicBezTo>
                    <a:cubicBezTo>
                      <a:pt x="4373" y="3993"/>
                      <a:pt x="4155" y="4039"/>
                      <a:pt x="3914" y="4039"/>
                    </a:cubicBezTo>
                    <a:cubicBezTo>
                      <a:pt x="3551" y="4039"/>
                      <a:pt x="3135" y="3935"/>
                      <a:pt x="2682" y="3512"/>
                    </a:cubicBezTo>
                    <a:cubicBezTo>
                      <a:pt x="1956" y="2811"/>
                      <a:pt x="2256" y="1332"/>
                      <a:pt x="2056" y="630"/>
                    </a:cubicBezTo>
                    <a:cubicBezTo>
                      <a:pt x="1917" y="145"/>
                      <a:pt x="1417" y="1"/>
                      <a:pt x="1182" y="1"/>
                    </a:cubicBezTo>
                    <a:close/>
                  </a:path>
                </a:pathLst>
              </a:custGeom>
              <a:solidFill>
                <a:srgbClr val="F4C5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43"/>
              <p:cNvSpPr/>
              <p:nvPr/>
            </p:nvSpPr>
            <p:spPr>
              <a:xfrm>
                <a:off x="3721189" y="3766261"/>
                <a:ext cx="226844" cy="198275"/>
              </a:xfrm>
              <a:custGeom>
                <a:rect b="b" l="l" r="r" t="t"/>
                <a:pathLst>
                  <a:path extrusionOk="0" h="2783" w="3184">
                    <a:moveTo>
                      <a:pt x="2180" y="0"/>
                    </a:moveTo>
                    <a:lnTo>
                      <a:pt x="1028" y="552"/>
                    </a:lnTo>
                    <a:lnTo>
                      <a:pt x="0" y="2782"/>
                    </a:lnTo>
                    <a:cubicBezTo>
                      <a:pt x="0" y="2782"/>
                      <a:pt x="3183" y="2407"/>
                      <a:pt x="2882" y="2031"/>
                    </a:cubicBezTo>
                    <a:cubicBezTo>
                      <a:pt x="2105" y="1053"/>
                      <a:pt x="2180" y="1"/>
                      <a:pt x="2180" y="0"/>
                    </a:cubicBezTo>
                    <a:close/>
                  </a:path>
                </a:pathLst>
              </a:custGeom>
              <a:solidFill>
                <a:srgbClr val="171B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43"/>
              <p:cNvSpPr/>
              <p:nvPr/>
            </p:nvSpPr>
            <p:spPr>
              <a:xfrm>
                <a:off x="3619377" y="3872846"/>
                <a:ext cx="360785" cy="392275"/>
              </a:xfrm>
              <a:custGeom>
                <a:rect b="b" l="l" r="r" t="t"/>
                <a:pathLst>
                  <a:path extrusionOk="0" h="5506" w="5064">
                    <a:moveTo>
                      <a:pt x="1125" y="5308"/>
                    </a:moveTo>
                    <a:lnTo>
                      <a:pt x="1125" y="5308"/>
                    </a:lnTo>
                    <a:cubicBezTo>
                      <a:pt x="1121" y="5308"/>
                      <a:pt x="1078" y="5410"/>
                      <a:pt x="1082" y="5410"/>
                    </a:cubicBezTo>
                    <a:cubicBezTo>
                      <a:pt x="1083" y="5410"/>
                      <a:pt x="1089" y="5400"/>
                      <a:pt x="1103" y="5372"/>
                    </a:cubicBezTo>
                    <a:cubicBezTo>
                      <a:pt x="1121" y="5325"/>
                      <a:pt x="1126" y="5308"/>
                      <a:pt x="1125" y="5308"/>
                    </a:cubicBezTo>
                    <a:close/>
                    <a:moveTo>
                      <a:pt x="3490" y="1"/>
                    </a:moveTo>
                    <a:cubicBezTo>
                      <a:pt x="2993" y="1"/>
                      <a:pt x="2440" y="119"/>
                      <a:pt x="1955" y="284"/>
                    </a:cubicBezTo>
                    <a:cubicBezTo>
                      <a:pt x="1203" y="535"/>
                      <a:pt x="0" y="986"/>
                      <a:pt x="828" y="2540"/>
                    </a:cubicBezTo>
                    <a:cubicBezTo>
                      <a:pt x="1404" y="3592"/>
                      <a:pt x="1730" y="4169"/>
                      <a:pt x="1103" y="5372"/>
                    </a:cubicBezTo>
                    <a:cubicBezTo>
                      <a:pt x="1341" y="5471"/>
                      <a:pt x="1547" y="5505"/>
                      <a:pt x="1746" y="5505"/>
                    </a:cubicBezTo>
                    <a:cubicBezTo>
                      <a:pt x="2177" y="5505"/>
                      <a:pt x="2568" y="5345"/>
                      <a:pt x="3146" y="5345"/>
                    </a:cubicBezTo>
                    <a:cubicBezTo>
                      <a:pt x="3175" y="5345"/>
                      <a:pt x="3204" y="5346"/>
                      <a:pt x="3234" y="5347"/>
                    </a:cubicBezTo>
                    <a:cubicBezTo>
                      <a:pt x="3885" y="5347"/>
                      <a:pt x="4336" y="5121"/>
                      <a:pt x="4938" y="4971"/>
                    </a:cubicBezTo>
                    <a:cubicBezTo>
                      <a:pt x="4860" y="4678"/>
                      <a:pt x="4806" y="4583"/>
                      <a:pt x="4769" y="4583"/>
                    </a:cubicBezTo>
                    <a:cubicBezTo>
                      <a:pt x="4701" y="4583"/>
                      <a:pt x="4688" y="4898"/>
                      <a:pt x="4687" y="4898"/>
                    </a:cubicBezTo>
                    <a:cubicBezTo>
                      <a:pt x="4687" y="4898"/>
                      <a:pt x="4687" y="4897"/>
                      <a:pt x="4687" y="4895"/>
                    </a:cubicBezTo>
                    <a:cubicBezTo>
                      <a:pt x="4136" y="3367"/>
                      <a:pt x="5063" y="1938"/>
                      <a:pt x="4913" y="936"/>
                    </a:cubicBezTo>
                    <a:cubicBezTo>
                      <a:pt x="4795" y="242"/>
                      <a:pt x="4200" y="1"/>
                      <a:pt x="3490" y="1"/>
                    </a:cubicBezTo>
                    <a:close/>
                  </a:path>
                </a:pathLst>
              </a:custGeom>
              <a:solidFill>
                <a:srgbClr val="F4C5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43"/>
              <p:cNvSpPr/>
              <p:nvPr/>
            </p:nvSpPr>
            <p:spPr>
              <a:xfrm>
                <a:off x="3688985" y="3873416"/>
                <a:ext cx="333997" cy="407450"/>
              </a:xfrm>
              <a:custGeom>
                <a:rect b="b" l="l" r="r" t="t"/>
                <a:pathLst>
                  <a:path extrusionOk="0" h="5719" w="4688">
                    <a:moveTo>
                      <a:pt x="2482" y="0"/>
                    </a:moveTo>
                    <a:lnTo>
                      <a:pt x="2482" y="0"/>
                    </a:lnTo>
                    <a:cubicBezTo>
                      <a:pt x="3660" y="1354"/>
                      <a:pt x="3409" y="1880"/>
                      <a:pt x="3034" y="1955"/>
                    </a:cubicBezTo>
                    <a:cubicBezTo>
                      <a:pt x="2947" y="1974"/>
                      <a:pt x="2862" y="1982"/>
                      <a:pt x="2780" y="1982"/>
                    </a:cubicBezTo>
                    <a:cubicBezTo>
                      <a:pt x="1627" y="1982"/>
                      <a:pt x="928" y="301"/>
                      <a:pt x="928" y="301"/>
                    </a:cubicBezTo>
                    <a:lnTo>
                      <a:pt x="502" y="451"/>
                    </a:lnTo>
                    <a:cubicBezTo>
                      <a:pt x="502" y="451"/>
                      <a:pt x="1229" y="1028"/>
                      <a:pt x="1279" y="2206"/>
                    </a:cubicBezTo>
                    <a:cubicBezTo>
                      <a:pt x="1339" y="3353"/>
                      <a:pt x="657" y="3466"/>
                      <a:pt x="385" y="3466"/>
                    </a:cubicBezTo>
                    <a:cubicBezTo>
                      <a:pt x="319" y="3466"/>
                      <a:pt x="277" y="3459"/>
                      <a:pt x="277" y="3459"/>
                    </a:cubicBezTo>
                    <a:lnTo>
                      <a:pt x="277" y="3459"/>
                    </a:lnTo>
                    <a:cubicBezTo>
                      <a:pt x="352" y="3935"/>
                      <a:pt x="577" y="4035"/>
                      <a:pt x="302" y="4862"/>
                    </a:cubicBezTo>
                    <a:lnTo>
                      <a:pt x="1" y="5439"/>
                    </a:lnTo>
                    <a:cubicBezTo>
                      <a:pt x="450" y="5626"/>
                      <a:pt x="1188" y="5719"/>
                      <a:pt x="1938" y="5719"/>
                    </a:cubicBezTo>
                    <a:cubicBezTo>
                      <a:pt x="3200" y="5719"/>
                      <a:pt x="4496" y="5456"/>
                      <a:pt x="4512" y="4938"/>
                    </a:cubicBezTo>
                    <a:cubicBezTo>
                      <a:pt x="4237" y="4612"/>
                      <a:pt x="3660" y="3760"/>
                      <a:pt x="3961" y="3208"/>
                    </a:cubicBezTo>
                    <a:cubicBezTo>
                      <a:pt x="4688" y="1905"/>
                      <a:pt x="2933" y="25"/>
                      <a:pt x="2933" y="25"/>
                    </a:cubicBezTo>
                    <a:lnTo>
                      <a:pt x="248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43"/>
              <p:cNvSpPr/>
              <p:nvPr/>
            </p:nvSpPr>
            <p:spPr>
              <a:xfrm>
                <a:off x="3778614" y="3805518"/>
                <a:ext cx="87275" cy="122043"/>
              </a:xfrm>
              <a:custGeom>
                <a:rect b="b" l="l" r="r" t="t"/>
                <a:pathLst>
                  <a:path extrusionOk="0" h="1713" w="1225">
                    <a:moveTo>
                      <a:pt x="222" y="1"/>
                    </a:moveTo>
                    <a:cubicBezTo>
                      <a:pt x="222" y="1"/>
                      <a:pt x="397" y="753"/>
                      <a:pt x="121" y="1104"/>
                    </a:cubicBezTo>
                    <a:cubicBezTo>
                      <a:pt x="0" y="1286"/>
                      <a:pt x="793" y="1712"/>
                      <a:pt x="1090" y="1712"/>
                    </a:cubicBezTo>
                    <a:cubicBezTo>
                      <a:pt x="1161" y="1712"/>
                      <a:pt x="1204" y="1688"/>
                      <a:pt x="1199" y="1630"/>
                    </a:cubicBezTo>
                    <a:cubicBezTo>
                      <a:pt x="1174" y="1229"/>
                      <a:pt x="948" y="978"/>
                      <a:pt x="1224" y="552"/>
                    </a:cubicBezTo>
                    <a:lnTo>
                      <a:pt x="222" y="1"/>
                    </a:lnTo>
                    <a:close/>
                  </a:path>
                </a:pathLst>
              </a:custGeom>
              <a:solidFill>
                <a:srgbClr val="F4C5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43"/>
              <p:cNvSpPr/>
              <p:nvPr/>
            </p:nvSpPr>
            <p:spPr>
              <a:xfrm>
                <a:off x="3765789" y="3713966"/>
                <a:ext cx="135793" cy="167355"/>
              </a:xfrm>
              <a:custGeom>
                <a:rect b="b" l="l" r="r" t="t"/>
                <a:pathLst>
                  <a:path extrusionOk="0" h="2349" w="1906">
                    <a:moveTo>
                      <a:pt x="885" y="1"/>
                    </a:moveTo>
                    <a:cubicBezTo>
                      <a:pt x="631" y="1"/>
                      <a:pt x="398" y="188"/>
                      <a:pt x="301" y="333"/>
                    </a:cubicBezTo>
                    <a:cubicBezTo>
                      <a:pt x="1" y="785"/>
                      <a:pt x="176" y="1286"/>
                      <a:pt x="326" y="1562"/>
                    </a:cubicBezTo>
                    <a:cubicBezTo>
                      <a:pt x="633" y="2113"/>
                      <a:pt x="1123" y="2349"/>
                      <a:pt x="1375" y="2349"/>
                    </a:cubicBezTo>
                    <a:cubicBezTo>
                      <a:pt x="1432" y="2349"/>
                      <a:pt x="1477" y="2337"/>
                      <a:pt x="1504" y="2313"/>
                    </a:cubicBezTo>
                    <a:cubicBezTo>
                      <a:pt x="1905" y="2013"/>
                      <a:pt x="1630" y="559"/>
                      <a:pt x="1304" y="208"/>
                    </a:cubicBezTo>
                    <a:cubicBezTo>
                      <a:pt x="1171" y="57"/>
                      <a:pt x="1025" y="1"/>
                      <a:pt x="885" y="1"/>
                    </a:cubicBezTo>
                    <a:close/>
                  </a:path>
                </a:pathLst>
              </a:custGeom>
              <a:solidFill>
                <a:srgbClr val="F4C5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43"/>
              <p:cNvSpPr/>
              <p:nvPr/>
            </p:nvSpPr>
            <p:spPr>
              <a:xfrm>
                <a:off x="3746125" y="3707910"/>
                <a:ext cx="132159" cy="136434"/>
              </a:xfrm>
              <a:custGeom>
                <a:rect b="b" l="l" r="r" t="t"/>
                <a:pathLst>
                  <a:path extrusionOk="0" h="1915" w="1855">
                    <a:moveTo>
                      <a:pt x="1122" y="0"/>
                    </a:moveTo>
                    <a:cubicBezTo>
                      <a:pt x="831" y="0"/>
                      <a:pt x="522" y="137"/>
                      <a:pt x="352" y="444"/>
                    </a:cubicBezTo>
                    <a:cubicBezTo>
                      <a:pt x="1" y="1120"/>
                      <a:pt x="176" y="1446"/>
                      <a:pt x="201" y="1521"/>
                    </a:cubicBezTo>
                    <a:cubicBezTo>
                      <a:pt x="237" y="1575"/>
                      <a:pt x="546" y="1914"/>
                      <a:pt x="651" y="1914"/>
                    </a:cubicBezTo>
                    <a:cubicBezTo>
                      <a:pt x="692" y="1914"/>
                      <a:pt x="702" y="1863"/>
                      <a:pt x="653" y="1722"/>
                    </a:cubicBezTo>
                    <a:cubicBezTo>
                      <a:pt x="577" y="1471"/>
                      <a:pt x="690" y="1459"/>
                      <a:pt x="806" y="1459"/>
                    </a:cubicBezTo>
                    <a:cubicBezTo>
                      <a:pt x="819" y="1459"/>
                      <a:pt x="832" y="1459"/>
                      <a:pt x="845" y="1459"/>
                    </a:cubicBezTo>
                    <a:cubicBezTo>
                      <a:pt x="946" y="1459"/>
                      <a:pt x="1034" y="1449"/>
                      <a:pt x="978" y="1271"/>
                    </a:cubicBezTo>
                    <a:cubicBezTo>
                      <a:pt x="932" y="1133"/>
                      <a:pt x="887" y="785"/>
                      <a:pt x="1283" y="785"/>
                    </a:cubicBezTo>
                    <a:cubicBezTo>
                      <a:pt x="1320" y="785"/>
                      <a:pt x="1360" y="788"/>
                      <a:pt x="1404" y="794"/>
                    </a:cubicBezTo>
                    <a:cubicBezTo>
                      <a:pt x="1504" y="811"/>
                      <a:pt x="1582" y="819"/>
                      <a:pt x="1642" y="819"/>
                    </a:cubicBezTo>
                    <a:cubicBezTo>
                      <a:pt x="1854" y="819"/>
                      <a:pt x="1850" y="719"/>
                      <a:pt x="1830" y="544"/>
                    </a:cubicBezTo>
                    <a:cubicBezTo>
                      <a:pt x="1803" y="201"/>
                      <a:pt x="1475" y="0"/>
                      <a:pt x="1122" y="0"/>
                    </a:cubicBezTo>
                    <a:close/>
                  </a:path>
                </a:pathLst>
              </a:custGeom>
              <a:solidFill>
                <a:srgbClr val="171B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3"/>
              <p:cNvSpPr/>
              <p:nvPr/>
            </p:nvSpPr>
            <p:spPr>
              <a:xfrm>
                <a:off x="3662196" y="4119788"/>
                <a:ext cx="239383" cy="165075"/>
              </a:xfrm>
              <a:custGeom>
                <a:rect b="b" l="l" r="r" t="t"/>
                <a:pathLst>
                  <a:path extrusionOk="0" h="2317" w="3360">
                    <a:moveTo>
                      <a:pt x="878" y="1"/>
                    </a:moveTo>
                    <a:cubicBezTo>
                      <a:pt x="878" y="1"/>
                      <a:pt x="1" y="1003"/>
                      <a:pt x="753" y="1805"/>
                    </a:cubicBezTo>
                    <a:cubicBezTo>
                      <a:pt x="1123" y="2213"/>
                      <a:pt x="1761" y="2316"/>
                      <a:pt x="2313" y="2316"/>
                    </a:cubicBezTo>
                    <a:cubicBezTo>
                      <a:pt x="2882" y="2316"/>
                      <a:pt x="3359" y="2206"/>
                      <a:pt x="3359" y="2206"/>
                    </a:cubicBezTo>
                    <a:cubicBezTo>
                      <a:pt x="1204" y="2056"/>
                      <a:pt x="878" y="1"/>
                      <a:pt x="878" y="1"/>
                    </a:cubicBezTo>
                    <a:close/>
                  </a:path>
                </a:pathLst>
              </a:custGeom>
              <a:solidFill>
                <a:srgbClr val="171B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3"/>
              <p:cNvSpPr/>
              <p:nvPr/>
            </p:nvSpPr>
            <p:spPr>
              <a:xfrm>
                <a:off x="3860405" y="4191248"/>
                <a:ext cx="239383" cy="169706"/>
              </a:xfrm>
              <a:custGeom>
                <a:rect b="b" l="l" r="r" t="t"/>
                <a:pathLst>
                  <a:path extrusionOk="0" h="2382" w="3360">
                    <a:moveTo>
                      <a:pt x="3359" y="0"/>
                    </a:moveTo>
                    <a:lnTo>
                      <a:pt x="1" y="1228"/>
                    </a:lnTo>
                    <a:lnTo>
                      <a:pt x="1780" y="2381"/>
                    </a:lnTo>
                    <a:lnTo>
                      <a:pt x="33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43"/>
              <p:cNvSpPr/>
              <p:nvPr/>
            </p:nvSpPr>
            <p:spPr>
              <a:xfrm>
                <a:off x="3987225" y="4132327"/>
                <a:ext cx="301794" cy="228625"/>
              </a:xfrm>
              <a:custGeom>
                <a:rect b="b" l="l" r="r" t="t"/>
                <a:pathLst>
                  <a:path extrusionOk="0" h="3209" w="4236">
                    <a:moveTo>
                      <a:pt x="4236" y="0"/>
                    </a:moveTo>
                    <a:lnTo>
                      <a:pt x="1178" y="752"/>
                    </a:lnTo>
                    <a:lnTo>
                      <a:pt x="0" y="3208"/>
                    </a:lnTo>
                    <a:lnTo>
                      <a:pt x="0" y="3208"/>
                    </a:lnTo>
                    <a:lnTo>
                      <a:pt x="3183" y="2281"/>
                    </a:lnTo>
                    <a:lnTo>
                      <a:pt x="42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43"/>
              <p:cNvSpPr/>
              <p:nvPr/>
            </p:nvSpPr>
            <p:spPr>
              <a:xfrm>
                <a:off x="3599713" y="3935686"/>
                <a:ext cx="366128" cy="381303"/>
              </a:xfrm>
              <a:custGeom>
                <a:rect b="b" l="l" r="r" t="t"/>
                <a:pathLst>
                  <a:path extrusionOk="0" h="5352" w="5139">
                    <a:moveTo>
                      <a:pt x="1320" y="1"/>
                    </a:moveTo>
                    <a:cubicBezTo>
                      <a:pt x="1294" y="1"/>
                      <a:pt x="1279" y="3"/>
                      <a:pt x="1279" y="3"/>
                    </a:cubicBezTo>
                    <a:cubicBezTo>
                      <a:pt x="327" y="79"/>
                      <a:pt x="1" y="3638"/>
                      <a:pt x="1204" y="4841"/>
                    </a:cubicBezTo>
                    <a:cubicBezTo>
                      <a:pt x="1598" y="5235"/>
                      <a:pt x="2165" y="5352"/>
                      <a:pt x="2710" y="5352"/>
                    </a:cubicBezTo>
                    <a:cubicBezTo>
                      <a:pt x="3411" y="5352"/>
                      <a:pt x="4075" y="5159"/>
                      <a:pt x="4287" y="5116"/>
                    </a:cubicBezTo>
                    <a:cubicBezTo>
                      <a:pt x="5063" y="4966"/>
                      <a:pt x="5139" y="4640"/>
                      <a:pt x="4863" y="4590"/>
                    </a:cubicBezTo>
                    <a:cubicBezTo>
                      <a:pt x="4835" y="4585"/>
                      <a:pt x="4808" y="4583"/>
                      <a:pt x="4782" y="4583"/>
                    </a:cubicBezTo>
                    <a:cubicBezTo>
                      <a:pt x="4558" y="4583"/>
                      <a:pt x="4361" y="4742"/>
                      <a:pt x="3963" y="4742"/>
                    </a:cubicBezTo>
                    <a:cubicBezTo>
                      <a:pt x="3938" y="4742"/>
                      <a:pt x="3912" y="4742"/>
                      <a:pt x="3885" y="4740"/>
                    </a:cubicBezTo>
                    <a:cubicBezTo>
                      <a:pt x="3409" y="4715"/>
                      <a:pt x="2708" y="4765"/>
                      <a:pt x="2106" y="3888"/>
                    </a:cubicBezTo>
                    <a:cubicBezTo>
                      <a:pt x="1505" y="3036"/>
                      <a:pt x="2106" y="1282"/>
                      <a:pt x="1880" y="555"/>
                    </a:cubicBezTo>
                    <a:cubicBezTo>
                      <a:pt x="1719" y="50"/>
                      <a:pt x="1427" y="1"/>
                      <a:pt x="1320" y="1"/>
                    </a:cubicBezTo>
                    <a:close/>
                  </a:path>
                </a:pathLst>
              </a:custGeom>
              <a:solidFill>
                <a:srgbClr val="F4C5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Statistics and Probability: Data Analysis and Interpretation - Math - 10th grade by Slidesgo">
  <a:themeElements>
    <a:clrScheme name="Simple Light">
      <a:dk1>
        <a:srgbClr val="1F3374"/>
      </a:dk1>
      <a:lt1>
        <a:srgbClr val="F8F8F8"/>
      </a:lt1>
      <a:dk2>
        <a:srgbClr val="304BA6"/>
      </a:dk2>
      <a:lt2>
        <a:srgbClr val="D8E4F7"/>
      </a:lt2>
      <a:accent1>
        <a:srgbClr val="CB6EBE"/>
      </a:accent1>
      <a:accent2>
        <a:srgbClr val="F8C220"/>
      </a:accent2>
      <a:accent3>
        <a:srgbClr val="F05555"/>
      </a:accent3>
      <a:accent4>
        <a:srgbClr val="EFEFEF"/>
      </a:accent4>
      <a:accent5>
        <a:srgbClr val="FFFFFF"/>
      </a:accent5>
      <a:accent6>
        <a:srgbClr val="FFFFFF"/>
      </a:accent6>
      <a:hlink>
        <a:srgbClr val="1F337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